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7" r:id="rId2"/>
    <p:sldId id="258" r:id="rId3"/>
    <p:sldId id="260" r:id="rId4"/>
    <p:sldId id="259" r:id="rId5"/>
    <p:sldId id="261" r:id="rId6"/>
    <p:sldId id="262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C0ABFDB-D53C-932A-4142-E73456F08BD0}" name="Jeong SeokHa" initials="JS" userId="Jeong SeokHa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8/10/relationships/authors" Target="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71F0B4-30A1-4996-9A3B-E3A943369CE6}" type="datetimeFigureOut">
              <a:rPr lang="ko-KR" altLang="en-US" smtClean="0"/>
              <a:t>2025-01-05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0EAF42-502E-42EB-81F1-47B425EEE6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09294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0EAF42-502E-42EB-81F1-47B425EEE647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40741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070A36-4E90-1322-1077-1812558814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4E665F8-FADE-0EBC-95F1-FEE0A42A1F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4753D54-F3EB-D301-5ADB-A4E055278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EA1AC-DFF4-46FD-A5BF-8254B8A55CC2}" type="datetimeFigureOut">
              <a:rPr lang="ko-KR" altLang="en-US" smtClean="0"/>
              <a:t>2025-01-05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5F3EEE4-4AD5-2B9E-5926-C99A4BF9A4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886DF4B-FA62-284B-A511-B74A43697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544E2-B094-4E11-B374-032B19C4F6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54061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2B9786-F752-EF1B-866E-F96F0B2B8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A4486D7-320A-8066-7FA9-C89B4980B5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0BD8876-2319-D737-F587-9858EFC47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EA1AC-DFF4-46FD-A5BF-8254B8A55CC2}" type="datetimeFigureOut">
              <a:rPr lang="ko-KR" altLang="en-US" smtClean="0"/>
              <a:t>2025-01-05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F883151-5132-4952-DAF0-EE2B527C2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243D1B0-5B0A-81DE-0888-B39911A85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544E2-B094-4E11-B374-032B19C4F6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08686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CBFBB2-3A0E-9BED-1CA0-E2A2390B73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CE51898-B2CB-64CD-D6FC-583AE5ACCC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6FBFCDC-456F-1372-4980-EE9FB80B5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EA1AC-DFF4-46FD-A5BF-8254B8A55CC2}" type="datetimeFigureOut">
              <a:rPr lang="ko-KR" altLang="en-US" smtClean="0"/>
              <a:t>2025-01-05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D5C1DB-3757-92A8-1252-6F6E28F94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1DFC48C-1132-1D64-E300-33A1181B0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544E2-B094-4E11-B374-032B19C4F6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98665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B87611-F9BA-1329-D02F-925565A90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0079F8D-C522-BF25-6676-4FC5B6CA5C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3370173-A0B3-7D0E-64DD-07175BDF72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5AB3DC6-76BB-1739-7419-75CA93B01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EA1AC-DFF4-46FD-A5BF-8254B8A55CC2}" type="datetimeFigureOut">
              <a:rPr lang="ko-KR" altLang="en-US" smtClean="0"/>
              <a:t>2025-01-05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CF8D994-7C1A-ECEA-BB98-E60B41EA2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73E982E-A51A-E9F4-3074-BAA5B6649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544E2-B094-4E11-B374-032B19C4F6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60398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C4B647-DBCF-263A-2163-3FA85430FF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8AA2CCA-23E1-FB5D-465B-060E087550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40F1573-6AEA-00BB-57E9-3919431BDC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4B38E11-E682-115C-ECEB-B976C0C086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B3D1106-2BEA-4DD5-6B09-571AB19B04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A8FDE04-6AFD-21E1-EF27-CAA3830987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EA1AC-DFF4-46FD-A5BF-8254B8A55CC2}" type="datetimeFigureOut">
              <a:rPr lang="ko-KR" altLang="en-US" smtClean="0"/>
              <a:t>2025-01-05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82C957B-A0DC-7122-7A08-3F145A4AF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E4D8AF3-54BD-470E-34E3-63E3DA013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544E2-B094-4E11-B374-032B19C4F6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39548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4A3A1A-9B2E-391A-F274-599C59DF93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3790110-8F2E-CEA5-203C-3016FDF7D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EA1AC-DFF4-46FD-A5BF-8254B8A55CC2}" type="datetimeFigureOut">
              <a:rPr lang="ko-KR" altLang="en-US" smtClean="0"/>
              <a:t>2025-01-05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C249E0E-76FC-0890-B4C3-035F078DD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9D6B6DF-1A5A-2ED4-2BFC-D46DA740F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544E2-B094-4E11-B374-032B19C4F6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59691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9EB58AD-1296-EB0C-C4EF-99984B47D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EA1AC-DFF4-46FD-A5BF-8254B8A55CC2}" type="datetimeFigureOut">
              <a:rPr lang="ko-KR" altLang="en-US" smtClean="0"/>
              <a:t>2025-01-05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D4C1778-A3BD-E4E8-354A-D886900F39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2A05C33-0158-BD85-A70F-0F02BE635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544E2-B094-4E11-B374-032B19C4F6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1578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43EE42-333A-A05C-C907-9211E8D78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1CCA09A-16C2-A7F9-62D4-2C5BA10697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E654385-D224-0196-2A58-E55BD7DA82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9C5BB10-856B-46DF-2B6C-EBAD47CE7C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EA1AC-DFF4-46FD-A5BF-8254B8A55CC2}" type="datetimeFigureOut">
              <a:rPr lang="ko-KR" altLang="en-US" smtClean="0"/>
              <a:t>2025-01-05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69725DC-9397-8AC0-C104-97BFE80FF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765C574-F8D8-6B04-E214-0D6049A13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544E2-B094-4E11-B374-032B19C4F6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27362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E2D570-99C2-8BB9-FE95-AFEE6DA52A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5300283-B0F4-89DB-CFB2-8522A74133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81C066C-A020-B64C-C840-D39511FBC0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0F92875-887C-53E8-3A3E-31C4CE01F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EA1AC-DFF4-46FD-A5BF-8254B8A55CC2}" type="datetimeFigureOut">
              <a:rPr lang="ko-KR" altLang="en-US" smtClean="0"/>
              <a:t>2025-01-05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7ED3943-168D-BFEF-BD56-85CB761AF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DDD2522-6F62-3659-64C0-2BA97083C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544E2-B094-4E11-B374-032B19C4F6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48279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CF6ADB-04E7-1D04-69F5-0E7EC8E76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520FA5D-7EE6-C976-A449-0A9206D3FB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7F4F8C4-546F-BCD3-7318-A2B54C458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EA1AC-DFF4-46FD-A5BF-8254B8A55CC2}" type="datetimeFigureOut">
              <a:rPr lang="ko-KR" altLang="en-US" smtClean="0"/>
              <a:t>2025-01-05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C750084-9CDC-B3CF-BEBF-41F3B1B40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BC6EEAF-0B3A-421B-3A52-6FE7F0D01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544E2-B094-4E11-B374-032B19C4F6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53121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C1E4B9A-2B1F-E1B8-8E2F-01164EB57E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92591EF-74E5-0846-D559-592864A6D6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45B7AD1-8554-D582-D3FE-9188819465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EA1AC-DFF4-46FD-A5BF-8254B8A55CC2}" type="datetimeFigureOut">
              <a:rPr lang="ko-KR" altLang="en-US" smtClean="0"/>
              <a:t>2025-01-05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8291629-2490-0864-9CA6-E5596905D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D8828B8-D24F-1832-1FB4-DF610143E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544E2-B094-4E11-B374-032B19C4F6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12635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0C2DD3F-C237-2216-8F75-B6DA914EFC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FE64F28-C100-9C0A-12AD-CC7A89D549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175878E-55C0-CE93-6F64-E49FE3BC09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0EA1AC-DFF4-46FD-A5BF-8254B8A55CC2}" type="datetimeFigureOut">
              <a:rPr lang="ko-KR" altLang="en-US" smtClean="0"/>
              <a:t>2025-01-05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9F12364-9441-393F-C77D-2CA78EBED3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E7A8492-BCA5-CDC0-D639-BC21994AE8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D544E2-B094-4E11-B374-032B19C4F6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4051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kr.piliapp.com/symbol/star/" TargetMode="External"/><Relationship Id="rId3" Type="http://schemas.openxmlformats.org/officeDocument/2006/relationships/image" Target="../media/image2.sv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jpeg"/><Relationship Id="rId5" Type="http://schemas.openxmlformats.org/officeDocument/2006/relationships/image" Target="../media/image5.svg"/><Relationship Id="rId10" Type="http://schemas.openxmlformats.org/officeDocument/2006/relationships/image" Target="../media/image9.svg"/><Relationship Id="rId4" Type="http://schemas.openxmlformats.org/officeDocument/2006/relationships/image" Target="../media/image4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hyperlink" Target="https://kr.piliapp.com/symbol/star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jpe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svg"/><Relationship Id="rId7" Type="http://schemas.openxmlformats.org/officeDocument/2006/relationships/hyperlink" Target="https://kr.piliapp.com/symbol/star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jpeg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F28B7C-5E58-C082-B72D-6CF4C39362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F4F492F-37E9-2255-A11C-A19B30395107}"/>
              </a:ext>
            </a:extLst>
          </p:cNvPr>
          <p:cNvSpPr txBox="1"/>
          <p:nvPr/>
        </p:nvSpPr>
        <p:spPr>
          <a:xfrm>
            <a:off x="597529" y="275180"/>
            <a:ext cx="3331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1. </a:t>
            </a:r>
            <a:r>
              <a:rPr lang="ko-KR" altLang="en-US" dirty="0"/>
              <a:t>메인 페이지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C28C4CF-A524-DC44-AA15-12E1E00B90DE}"/>
              </a:ext>
            </a:extLst>
          </p:cNvPr>
          <p:cNvSpPr/>
          <p:nvPr/>
        </p:nvSpPr>
        <p:spPr>
          <a:xfrm>
            <a:off x="3558012" y="631882"/>
            <a:ext cx="4780230" cy="612200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A5285BD-736C-6248-AA75-7362D9412662}"/>
              </a:ext>
            </a:extLst>
          </p:cNvPr>
          <p:cNvSpPr/>
          <p:nvPr/>
        </p:nvSpPr>
        <p:spPr>
          <a:xfrm>
            <a:off x="3558012" y="631881"/>
            <a:ext cx="4780230" cy="46358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97EEECD-7AA5-B32B-55A3-740876B75B10}"/>
              </a:ext>
            </a:extLst>
          </p:cNvPr>
          <p:cNvSpPr/>
          <p:nvPr/>
        </p:nvSpPr>
        <p:spPr>
          <a:xfrm>
            <a:off x="3648546" y="708081"/>
            <a:ext cx="1504384" cy="31118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chemeClr val="tx1"/>
                </a:solidFill>
              </a:rPr>
              <a:t>성심위키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D4849B5-924E-6474-97BF-0ACAB6CFA01B}"/>
              </a:ext>
            </a:extLst>
          </p:cNvPr>
          <p:cNvSpPr/>
          <p:nvPr/>
        </p:nvSpPr>
        <p:spPr>
          <a:xfrm>
            <a:off x="6464174" y="708081"/>
            <a:ext cx="1747318" cy="31118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>
              <a:solidFill>
                <a:schemeClr val="tx1"/>
              </a:solidFill>
            </a:endParaRPr>
          </a:p>
        </p:txBody>
      </p:sp>
      <p:pic>
        <p:nvPicPr>
          <p:cNvPr id="11" name="그래픽 10" descr="돋보기 단색으로 채워진">
            <a:extLst>
              <a:ext uri="{FF2B5EF4-FFF2-40B4-BE49-F238E27FC236}">
                <a16:creationId xmlns:a16="http://schemas.microsoft.com/office/drawing/2014/main" id="{82A06740-60AC-A579-EDE4-EADDA1233F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28099" y="677323"/>
            <a:ext cx="372701" cy="372701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39E8A8A8-4E76-118B-5835-F7664C1A0ECC}"/>
              </a:ext>
            </a:extLst>
          </p:cNvPr>
          <p:cNvSpPr/>
          <p:nvPr/>
        </p:nvSpPr>
        <p:spPr>
          <a:xfrm>
            <a:off x="6628547" y="1303976"/>
            <a:ext cx="553771" cy="31118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</a:rPr>
              <a:t>조회</a:t>
            </a:r>
            <a:endParaRPr lang="en-US" altLang="ko-KR" sz="1200" b="1" dirty="0">
              <a:solidFill>
                <a:schemeClr val="tx1"/>
              </a:solidFill>
            </a:endParaRP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99CC430A-A89E-6FDA-FA6D-1EC8B37002B4}"/>
              </a:ext>
            </a:extLst>
          </p:cNvPr>
          <p:cNvGrpSpPr/>
          <p:nvPr/>
        </p:nvGrpSpPr>
        <p:grpSpPr>
          <a:xfrm>
            <a:off x="3929204" y="2199835"/>
            <a:ext cx="1068309" cy="1097183"/>
            <a:chOff x="4789283" y="2601011"/>
            <a:chExt cx="1068309" cy="1097183"/>
          </a:xfrm>
        </p:grpSpPr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6E28EAC9-D17F-2461-9389-0E97D1A6A27A}"/>
                </a:ext>
              </a:extLst>
            </p:cNvPr>
            <p:cNvSpPr/>
            <p:nvPr/>
          </p:nvSpPr>
          <p:spPr>
            <a:xfrm>
              <a:off x="4789283" y="2601011"/>
              <a:ext cx="1068309" cy="109718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028" name="Picture 4" descr="신팔도명물] 대전 와서 이 맛 안보면 손해…빵하면 성심당 &lt; 신 ...">
              <a:extLst>
                <a:ext uri="{FF2B5EF4-FFF2-40B4-BE49-F238E27FC236}">
                  <a16:creationId xmlns:a16="http://schemas.microsoft.com/office/drawing/2014/main" id="{55071825-6771-AF79-FDC9-A33F7DE3787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07662" y="2612976"/>
              <a:ext cx="831549" cy="83154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414EB14B-6D3F-25B3-9C96-157BE8AF7211}"/>
                </a:ext>
              </a:extLst>
            </p:cNvPr>
            <p:cNvSpPr/>
            <p:nvPr/>
          </p:nvSpPr>
          <p:spPr>
            <a:xfrm>
              <a:off x="4956023" y="3467589"/>
              <a:ext cx="734825" cy="19848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b="1" dirty="0">
                  <a:solidFill>
                    <a:schemeClr val="tx1"/>
                  </a:solidFill>
                </a:rPr>
                <a:t>빵 이름</a:t>
              </a:r>
              <a:endParaRPr lang="en-US" altLang="ko-KR" sz="12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A27C96DA-8570-2291-AE81-E2D3720B2009}"/>
              </a:ext>
            </a:extLst>
          </p:cNvPr>
          <p:cNvGrpSpPr/>
          <p:nvPr/>
        </p:nvGrpSpPr>
        <p:grpSpPr>
          <a:xfrm>
            <a:off x="5395112" y="2199834"/>
            <a:ext cx="1068309" cy="1097183"/>
            <a:chOff x="4789283" y="2601011"/>
            <a:chExt cx="1068309" cy="1097183"/>
          </a:xfrm>
        </p:grpSpPr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57E74262-B4B3-25E0-E0CE-5D297701706D}"/>
                </a:ext>
              </a:extLst>
            </p:cNvPr>
            <p:cNvSpPr/>
            <p:nvPr/>
          </p:nvSpPr>
          <p:spPr>
            <a:xfrm>
              <a:off x="4789283" y="2601011"/>
              <a:ext cx="1068309" cy="109718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32" name="Picture 4" descr="신팔도명물] 대전 와서 이 맛 안보면 손해…빵하면 성심당 &lt; 신 ...">
              <a:extLst>
                <a:ext uri="{FF2B5EF4-FFF2-40B4-BE49-F238E27FC236}">
                  <a16:creationId xmlns:a16="http://schemas.microsoft.com/office/drawing/2014/main" id="{10B1C654-FF5D-DD98-D7B8-8ED3F0CEF6B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07662" y="2612976"/>
              <a:ext cx="831549" cy="83154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910BEBAA-41C1-2F2E-2790-3242443ED1C1}"/>
                </a:ext>
              </a:extLst>
            </p:cNvPr>
            <p:cNvSpPr/>
            <p:nvPr/>
          </p:nvSpPr>
          <p:spPr>
            <a:xfrm>
              <a:off x="4956023" y="3467589"/>
              <a:ext cx="734825" cy="19848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b="1" dirty="0">
                  <a:solidFill>
                    <a:schemeClr val="tx1"/>
                  </a:solidFill>
                </a:rPr>
                <a:t>빵 이름</a:t>
              </a:r>
              <a:endParaRPr lang="en-US" altLang="ko-KR" sz="12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384718AC-4D9F-DD13-7995-845FF6B2D934}"/>
              </a:ext>
            </a:extLst>
          </p:cNvPr>
          <p:cNvGrpSpPr/>
          <p:nvPr/>
        </p:nvGrpSpPr>
        <p:grpSpPr>
          <a:xfrm>
            <a:off x="6879124" y="2201284"/>
            <a:ext cx="1068309" cy="1097183"/>
            <a:chOff x="4789283" y="2601011"/>
            <a:chExt cx="1068309" cy="1097183"/>
          </a:xfrm>
        </p:grpSpPr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ACCFF2BB-94AC-337B-0C05-BDF275B34B75}"/>
                </a:ext>
              </a:extLst>
            </p:cNvPr>
            <p:cNvSpPr/>
            <p:nvPr/>
          </p:nvSpPr>
          <p:spPr>
            <a:xfrm>
              <a:off x="4789283" y="2601011"/>
              <a:ext cx="1068309" cy="109718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36" name="Picture 4" descr="신팔도명물] 대전 와서 이 맛 안보면 손해…빵하면 성심당 &lt; 신 ...">
              <a:extLst>
                <a:ext uri="{FF2B5EF4-FFF2-40B4-BE49-F238E27FC236}">
                  <a16:creationId xmlns:a16="http://schemas.microsoft.com/office/drawing/2014/main" id="{C7B42AF1-1F3C-E820-F572-95439E10976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07662" y="2603923"/>
              <a:ext cx="831549" cy="83154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CF4252FD-8EBD-F89C-538E-D7E387C7574D}"/>
                </a:ext>
              </a:extLst>
            </p:cNvPr>
            <p:cNvSpPr/>
            <p:nvPr/>
          </p:nvSpPr>
          <p:spPr>
            <a:xfrm>
              <a:off x="4956023" y="3467589"/>
              <a:ext cx="734825" cy="19848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b="1" dirty="0">
                  <a:solidFill>
                    <a:schemeClr val="tx1"/>
                  </a:solidFill>
                </a:rPr>
                <a:t>빵 이름</a:t>
              </a:r>
              <a:endParaRPr lang="en-US" altLang="ko-KR" sz="12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A22CBE75-6ABF-FD88-3BC9-FF7DF3995E2B}"/>
              </a:ext>
            </a:extLst>
          </p:cNvPr>
          <p:cNvGrpSpPr/>
          <p:nvPr/>
        </p:nvGrpSpPr>
        <p:grpSpPr>
          <a:xfrm>
            <a:off x="3929204" y="3581726"/>
            <a:ext cx="1068309" cy="1097183"/>
            <a:chOff x="4789283" y="2601011"/>
            <a:chExt cx="1068309" cy="1097183"/>
          </a:xfrm>
        </p:grpSpPr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90587604-4CB9-B0F0-45EB-16A38C00B032}"/>
                </a:ext>
              </a:extLst>
            </p:cNvPr>
            <p:cNvSpPr/>
            <p:nvPr/>
          </p:nvSpPr>
          <p:spPr>
            <a:xfrm>
              <a:off x="4789283" y="2601011"/>
              <a:ext cx="1068309" cy="109718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52" name="Picture 4" descr="신팔도명물] 대전 와서 이 맛 안보면 손해…빵하면 성심당 &lt; 신 ...">
              <a:extLst>
                <a:ext uri="{FF2B5EF4-FFF2-40B4-BE49-F238E27FC236}">
                  <a16:creationId xmlns:a16="http://schemas.microsoft.com/office/drawing/2014/main" id="{F7D421A3-FF26-3A55-8CC3-92FFBEE4CA5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07662" y="2612976"/>
              <a:ext cx="831549" cy="83154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E3E9048A-8EEE-5EEB-E15A-193C392302F9}"/>
                </a:ext>
              </a:extLst>
            </p:cNvPr>
            <p:cNvSpPr/>
            <p:nvPr/>
          </p:nvSpPr>
          <p:spPr>
            <a:xfrm>
              <a:off x="4956023" y="3467589"/>
              <a:ext cx="734825" cy="19848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b="1" dirty="0">
                  <a:solidFill>
                    <a:schemeClr val="tx1"/>
                  </a:solidFill>
                </a:rPr>
                <a:t>빵 이름</a:t>
              </a:r>
              <a:endParaRPr lang="en-US" altLang="ko-KR" sz="12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B1FCCB95-329B-E2BA-138C-2EF8284DADE5}"/>
              </a:ext>
            </a:extLst>
          </p:cNvPr>
          <p:cNvGrpSpPr/>
          <p:nvPr/>
        </p:nvGrpSpPr>
        <p:grpSpPr>
          <a:xfrm>
            <a:off x="5395112" y="3581725"/>
            <a:ext cx="1068309" cy="1097183"/>
            <a:chOff x="4789283" y="2601011"/>
            <a:chExt cx="1068309" cy="1097183"/>
          </a:xfrm>
        </p:grpSpPr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3547DAF1-1D79-FF17-8D87-0586E5246C60}"/>
                </a:ext>
              </a:extLst>
            </p:cNvPr>
            <p:cNvSpPr/>
            <p:nvPr/>
          </p:nvSpPr>
          <p:spPr>
            <a:xfrm>
              <a:off x="4789283" y="2601011"/>
              <a:ext cx="1068309" cy="109718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56" name="Picture 4" descr="신팔도명물] 대전 와서 이 맛 안보면 손해…빵하면 성심당 &lt; 신 ...">
              <a:extLst>
                <a:ext uri="{FF2B5EF4-FFF2-40B4-BE49-F238E27FC236}">
                  <a16:creationId xmlns:a16="http://schemas.microsoft.com/office/drawing/2014/main" id="{2259F36F-79BC-02C8-D1B3-5900E2D99F4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07662" y="2612976"/>
              <a:ext cx="831549" cy="83154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7" name="직사각형 56">
              <a:extLst>
                <a:ext uri="{FF2B5EF4-FFF2-40B4-BE49-F238E27FC236}">
                  <a16:creationId xmlns:a16="http://schemas.microsoft.com/office/drawing/2014/main" id="{7AC5DC8F-D104-6421-F455-53B6A9991020}"/>
                </a:ext>
              </a:extLst>
            </p:cNvPr>
            <p:cNvSpPr/>
            <p:nvPr/>
          </p:nvSpPr>
          <p:spPr>
            <a:xfrm>
              <a:off x="4956023" y="3467589"/>
              <a:ext cx="734825" cy="19848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b="1" dirty="0">
                  <a:solidFill>
                    <a:schemeClr val="tx1"/>
                  </a:solidFill>
                </a:rPr>
                <a:t>빵 이름</a:t>
              </a:r>
              <a:endParaRPr lang="en-US" altLang="ko-KR" sz="12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4292E669-C61E-7D47-DD69-23F87F6C7D35}"/>
              </a:ext>
            </a:extLst>
          </p:cNvPr>
          <p:cNvGrpSpPr/>
          <p:nvPr/>
        </p:nvGrpSpPr>
        <p:grpSpPr>
          <a:xfrm>
            <a:off x="6879124" y="3583175"/>
            <a:ext cx="1068309" cy="1097183"/>
            <a:chOff x="4789283" y="2601011"/>
            <a:chExt cx="1068309" cy="1097183"/>
          </a:xfrm>
        </p:grpSpPr>
        <p:sp>
          <p:nvSpPr>
            <p:cNvPr id="59" name="직사각형 58">
              <a:extLst>
                <a:ext uri="{FF2B5EF4-FFF2-40B4-BE49-F238E27FC236}">
                  <a16:creationId xmlns:a16="http://schemas.microsoft.com/office/drawing/2014/main" id="{3FE8AF26-D8F0-294D-E16A-E2C98C3DEE23}"/>
                </a:ext>
              </a:extLst>
            </p:cNvPr>
            <p:cNvSpPr/>
            <p:nvPr/>
          </p:nvSpPr>
          <p:spPr>
            <a:xfrm>
              <a:off x="4789283" y="2601011"/>
              <a:ext cx="1068309" cy="109718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60" name="Picture 4" descr="신팔도명물] 대전 와서 이 맛 안보면 손해…빵하면 성심당 &lt; 신 ...">
              <a:extLst>
                <a:ext uri="{FF2B5EF4-FFF2-40B4-BE49-F238E27FC236}">
                  <a16:creationId xmlns:a16="http://schemas.microsoft.com/office/drawing/2014/main" id="{F90DC2B1-CCA6-C59A-0B1B-FCB7DA25F33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07662" y="2603923"/>
              <a:ext cx="831549" cy="83154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1" name="직사각형 60">
              <a:extLst>
                <a:ext uri="{FF2B5EF4-FFF2-40B4-BE49-F238E27FC236}">
                  <a16:creationId xmlns:a16="http://schemas.microsoft.com/office/drawing/2014/main" id="{1B4A9F50-756B-22CB-A2C6-46CB5424BB8E}"/>
                </a:ext>
              </a:extLst>
            </p:cNvPr>
            <p:cNvSpPr/>
            <p:nvPr/>
          </p:nvSpPr>
          <p:spPr>
            <a:xfrm>
              <a:off x="4956023" y="3467589"/>
              <a:ext cx="734825" cy="19848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b="1" dirty="0">
                  <a:solidFill>
                    <a:schemeClr val="tx1"/>
                  </a:solidFill>
                </a:rPr>
                <a:t>빵 이름</a:t>
              </a:r>
              <a:endParaRPr lang="en-US" altLang="ko-KR" sz="12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DFF86EC9-6699-03C5-7D5F-9DDD30AA25A5}"/>
              </a:ext>
            </a:extLst>
          </p:cNvPr>
          <p:cNvGrpSpPr/>
          <p:nvPr/>
        </p:nvGrpSpPr>
        <p:grpSpPr>
          <a:xfrm>
            <a:off x="3929204" y="5020667"/>
            <a:ext cx="1068309" cy="1097183"/>
            <a:chOff x="4789283" y="2601011"/>
            <a:chExt cx="1068309" cy="1097183"/>
          </a:xfrm>
        </p:grpSpPr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id="{D39A5792-2CC2-A5FF-FDA9-33F623F880CF}"/>
                </a:ext>
              </a:extLst>
            </p:cNvPr>
            <p:cNvSpPr/>
            <p:nvPr/>
          </p:nvSpPr>
          <p:spPr>
            <a:xfrm>
              <a:off x="4789283" y="2601011"/>
              <a:ext cx="1068309" cy="109718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024" name="Picture 4" descr="신팔도명물] 대전 와서 이 맛 안보면 손해…빵하면 성심당 &lt; 신 ...">
              <a:extLst>
                <a:ext uri="{FF2B5EF4-FFF2-40B4-BE49-F238E27FC236}">
                  <a16:creationId xmlns:a16="http://schemas.microsoft.com/office/drawing/2014/main" id="{9739CDDB-A819-13F5-A959-D418EB37344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07662" y="2612976"/>
              <a:ext cx="831549" cy="83154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25" name="직사각형 1024">
              <a:extLst>
                <a:ext uri="{FF2B5EF4-FFF2-40B4-BE49-F238E27FC236}">
                  <a16:creationId xmlns:a16="http://schemas.microsoft.com/office/drawing/2014/main" id="{1EF57BED-7CF3-2A73-91BD-2EBB6DDC185F}"/>
                </a:ext>
              </a:extLst>
            </p:cNvPr>
            <p:cNvSpPr/>
            <p:nvPr/>
          </p:nvSpPr>
          <p:spPr>
            <a:xfrm>
              <a:off x="4956023" y="3467589"/>
              <a:ext cx="734825" cy="19848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b="1" dirty="0">
                  <a:solidFill>
                    <a:schemeClr val="tx1"/>
                  </a:solidFill>
                </a:rPr>
                <a:t>빵 이름</a:t>
              </a:r>
              <a:endParaRPr lang="en-US" altLang="ko-KR" sz="12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027" name="그룹 1026">
            <a:extLst>
              <a:ext uri="{FF2B5EF4-FFF2-40B4-BE49-F238E27FC236}">
                <a16:creationId xmlns:a16="http://schemas.microsoft.com/office/drawing/2014/main" id="{078D32A5-C12A-62FB-B07C-7DCF7807B993}"/>
              </a:ext>
            </a:extLst>
          </p:cNvPr>
          <p:cNvGrpSpPr/>
          <p:nvPr/>
        </p:nvGrpSpPr>
        <p:grpSpPr>
          <a:xfrm>
            <a:off x="5395112" y="5020666"/>
            <a:ext cx="1068309" cy="1097183"/>
            <a:chOff x="4789283" y="2601011"/>
            <a:chExt cx="1068309" cy="1097183"/>
          </a:xfrm>
        </p:grpSpPr>
        <p:sp>
          <p:nvSpPr>
            <p:cNvPr id="1029" name="직사각형 1028">
              <a:extLst>
                <a:ext uri="{FF2B5EF4-FFF2-40B4-BE49-F238E27FC236}">
                  <a16:creationId xmlns:a16="http://schemas.microsoft.com/office/drawing/2014/main" id="{AA03DBA2-8235-7573-E2AA-659671F5B740}"/>
                </a:ext>
              </a:extLst>
            </p:cNvPr>
            <p:cNvSpPr/>
            <p:nvPr/>
          </p:nvSpPr>
          <p:spPr>
            <a:xfrm>
              <a:off x="4789283" y="2601011"/>
              <a:ext cx="1068309" cy="109718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030" name="Picture 4" descr="신팔도명물] 대전 와서 이 맛 안보면 손해…빵하면 성심당 &lt; 신 ...">
              <a:extLst>
                <a:ext uri="{FF2B5EF4-FFF2-40B4-BE49-F238E27FC236}">
                  <a16:creationId xmlns:a16="http://schemas.microsoft.com/office/drawing/2014/main" id="{F9CA8F2B-9437-EE45-395A-0F7AACB69F2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07662" y="2612976"/>
              <a:ext cx="831549" cy="83154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31" name="직사각형 1030">
              <a:extLst>
                <a:ext uri="{FF2B5EF4-FFF2-40B4-BE49-F238E27FC236}">
                  <a16:creationId xmlns:a16="http://schemas.microsoft.com/office/drawing/2014/main" id="{76357F1D-1A61-089D-BB90-FE9AB61A1622}"/>
                </a:ext>
              </a:extLst>
            </p:cNvPr>
            <p:cNvSpPr/>
            <p:nvPr/>
          </p:nvSpPr>
          <p:spPr>
            <a:xfrm>
              <a:off x="4956023" y="3467589"/>
              <a:ext cx="734825" cy="19848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b="1" dirty="0">
                  <a:solidFill>
                    <a:schemeClr val="tx1"/>
                  </a:solidFill>
                </a:rPr>
                <a:t>빵 이름</a:t>
              </a:r>
              <a:endParaRPr lang="en-US" altLang="ko-KR" sz="12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032" name="그룹 1031">
            <a:extLst>
              <a:ext uri="{FF2B5EF4-FFF2-40B4-BE49-F238E27FC236}">
                <a16:creationId xmlns:a16="http://schemas.microsoft.com/office/drawing/2014/main" id="{6DDC9B3E-49B4-C00F-1A29-515A847C43AC}"/>
              </a:ext>
            </a:extLst>
          </p:cNvPr>
          <p:cNvGrpSpPr/>
          <p:nvPr/>
        </p:nvGrpSpPr>
        <p:grpSpPr>
          <a:xfrm>
            <a:off x="6879124" y="5022116"/>
            <a:ext cx="1068309" cy="1097183"/>
            <a:chOff x="4789283" y="2601011"/>
            <a:chExt cx="1068309" cy="1097183"/>
          </a:xfrm>
        </p:grpSpPr>
        <p:sp>
          <p:nvSpPr>
            <p:cNvPr id="1033" name="직사각형 1032">
              <a:extLst>
                <a:ext uri="{FF2B5EF4-FFF2-40B4-BE49-F238E27FC236}">
                  <a16:creationId xmlns:a16="http://schemas.microsoft.com/office/drawing/2014/main" id="{CECABC0A-BBA3-11C9-2679-CCE7C8C3CECE}"/>
                </a:ext>
              </a:extLst>
            </p:cNvPr>
            <p:cNvSpPr/>
            <p:nvPr/>
          </p:nvSpPr>
          <p:spPr>
            <a:xfrm>
              <a:off x="4789283" y="2601011"/>
              <a:ext cx="1068309" cy="109718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034" name="Picture 4" descr="신팔도명물] 대전 와서 이 맛 안보면 손해…빵하면 성심당 &lt; 신 ...">
              <a:extLst>
                <a:ext uri="{FF2B5EF4-FFF2-40B4-BE49-F238E27FC236}">
                  <a16:creationId xmlns:a16="http://schemas.microsoft.com/office/drawing/2014/main" id="{67403070-94A3-F804-ED3F-DA6E66EC7EC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07662" y="2603923"/>
              <a:ext cx="831549" cy="83154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35" name="직사각형 1034">
              <a:extLst>
                <a:ext uri="{FF2B5EF4-FFF2-40B4-BE49-F238E27FC236}">
                  <a16:creationId xmlns:a16="http://schemas.microsoft.com/office/drawing/2014/main" id="{2C06C532-E8E0-77F7-7500-E8E99EB3121C}"/>
                </a:ext>
              </a:extLst>
            </p:cNvPr>
            <p:cNvSpPr/>
            <p:nvPr/>
          </p:nvSpPr>
          <p:spPr>
            <a:xfrm>
              <a:off x="4956023" y="3467589"/>
              <a:ext cx="734825" cy="19848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b="1" dirty="0">
                  <a:solidFill>
                    <a:schemeClr val="tx1"/>
                  </a:solidFill>
                </a:rPr>
                <a:t>빵 이름</a:t>
              </a:r>
              <a:endParaRPr lang="en-US" altLang="ko-KR" sz="12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1037" name="말풍선: 사각형 1036">
            <a:extLst>
              <a:ext uri="{FF2B5EF4-FFF2-40B4-BE49-F238E27FC236}">
                <a16:creationId xmlns:a16="http://schemas.microsoft.com/office/drawing/2014/main" id="{9E88C42B-7AC6-1FAE-AA57-D9E105515CA5}"/>
              </a:ext>
            </a:extLst>
          </p:cNvPr>
          <p:cNvSpPr/>
          <p:nvPr/>
        </p:nvSpPr>
        <p:spPr>
          <a:xfrm>
            <a:off x="744345" y="1154245"/>
            <a:ext cx="2389461" cy="831549"/>
          </a:xfrm>
          <a:prstGeom prst="wedgeRectCallout">
            <a:avLst>
              <a:gd name="adj1" fmla="val 75429"/>
              <a:gd name="adj2" fmla="val -83740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클릭 시 </a:t>
            </a:r>
            <a:r>
              <a:rPr lang="ko-KR" altLang="en-US" dirty="0" err="1">
                <a:solidFill>
                  <a:schemeClr val="tx1"/>
                </a:solidFill>
              </a:rPr>
              <a:t>메인페이지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38" name="말풍선: 사각형 1037">
            <a:extLst>
              <a:ext uri="{FF2B5EF4-FFF2-40B4-BE49-F238E27FC236}">
                <a16:creationId xmlns:a16="http://schemas.microsoft.com/office/drawing/2014/main" id="{1536D6DA-47C7-6983-2D18-A5D7D127BA5A}"/>
              </a:ext>
            </a:extLst>
          </p:cNvPr>
          <p:cNvSpPr/>
          <p:nvPr/>
        </p:nvSpPr>
        <p:spPr>
          <a:xfrm>
            <a:off x="923455" y="5669956"/>
            <a:ext cx="2389461" cy="831549"/>
          </a:xfrm>
          <a:prstGeom prst="wedgeRectCallout">
            <a:avLst>
              <a:gd name="adj1" fmla="val 75429"/>
              <a:gd name="adj2" fmla="val -83740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사진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>
                <a:solidFill>
                  <a:schemeClr val="tx1"/>
                </a:solidFill>
              </a:rPr>
              <a:t>이미지 </a:t>
            </a:r>
            <a:r>
              <a:rPr lang="ko-KR" altLang="en-US" dirty="0" err="1">
                <a:solidFill>
                  <a:schemeClr val="tx1"/>
                </a:solidFill>
              </a:rPr>
              <a:t>클릭시</a:t>
            </a:r>
            <a:r>
              <a:rPr lang="ko-KR" altLang="en-US" dirty="0">
                <a:solidFill>
                  <a:schemeClr val="tx1"/>
                </a:solidFill>
              </a:rPr>
              <a:t> 해당 페이지 연결</a:t>
            </a:r>
          </a:p>
        </p:txBody>
      </p:sp>
      <p:sp>
        <p:nvSpPr>
          <p:cNvPr id="1039" name="말풍선: 사각형 1038">
            <a:extLst>
              <a:ext uri="{FF2B5EF4-FFF2-40B4-BE49-F238E27FC236}">
                <a16:creationId xmlns:a16="http://schemas.microsoft.com/office/drawing/2014/main" id="{EE9EF9DB-2943-07A5-443D-C4E1F9A7702A}"/>
              </a:ext>
            </a:extLst>
          </p:cNvPr>
          <p:cNvSpPr/>
          <p:nvPr/>
        </p:nvSpPr>
        <p:spPr>
          <a:xfrm>
            <a:off x="9190476" y="2027971"/>
            <a:ext cx="2389461" cy="831549"/>
          </a:xfrm>
          <a:prstGeom prst="wedgeRectCallout">
            <a:avLst>
              <a:gd name="adj1" fmla="val -100525"/>
              <a:gd name="adj2" fmla="val -96210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지점별 필터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(</a:t>
            </a:r>
            <a:r>
              <a:rPr lang="ko-KR" altLang="en-US" dirty="0">
                <a:solidFill>
                  <a:schemeClr val="tx1"/>
                </a:solidFill>
              </a:rPr>
              <a:t>포함 기능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40" name="말풍선: 사각형 1039">
            <a:extLst>
              <a:ext uri="{FF2B5EF4-FFF2-40B4-BE49-F238E27FC236}">
                <a16:creationId xmlns:a16="http://schemas.microsoft.com/office/drawing/2014/main" id="{3AF9E329-0AA1-C054-54F8-0C6ED0AFCC9C}"/>
              </a:ext>
            </a:extLst>
          </p:cNvPr>
          <p:cNvSpPr/>
          <p:nvPr/>
        </p:nvSpPr>
        <p:spPr>
          <a:xfrm>
            <a:off x="9213411" y="1095468"/>
            <a:ext cx="2389461" cy="831549"/>
          </a:xfrm>
          <a:prstGeom prst="wedgeRectCallout">
            <a:avLst>
              <a:gd name="adj1" fmla="val -89479"/>
              <a:gd name="adj2" fmla="val -69002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나무위키 검색창과 같음</a:t>
            </a:r>
            <a:r>
              <a:rPr lang="en-US" altLang="ko-KR" dirty="0">
                <a:solidFill>
                  <a:schemeClr val="tx1"/>
                </a:solidFill>
              </a:rPr>
              <a:t>. </a:t>
            </a:r>
            <a:r>
              <a:rPr lang="ko-KR" altLang="en-US" dirty="0">
                <a:solidFill>
                  <a:schemeClr val="tx1"/>
                </a:solidFill>
              </a:rPr>
              <a:t>아무것도 입력 </a:t>
            </a:r>
            <a:r>
              <a:rPr lang="ko-KR" altLang="en-US" dirty="0" err="1">
                <a:solidFill>
                  <a:schemeClr val="tx1"/>
                </a:solidFill>
              </a:rPr>
              <a:t>안했을</a:t>
            </a:r>
            <a:r>
              <a:rPr lang="ko-KR" altLang="en-US" dirty="0">
                <a:solidFill>
                  <a:schemeClr val="tx1"/>
                </a:solidFill>
              </a:rPr>
              <a:t> 때는 뭐하지</a:t>
            </a:r>
          </a:p>
        </p:txBody>
      </p:sp>
      <p:sp>
        <p:nvSpPr>
          <p:cNvPr id="1045" name="직사각형 1044">
            <a:extLst>
              <a:ext uri="{FF2B5EF4-FFF2-40B4-BE49-F238E27FC236}">
                <a16:creationId xmlns:a16="http://schemas.microsoft.com/office/drawing/2014/main" id="{7AB1D772-4F49-5A9A-9D0A-AB6C41F95886}"/>
              </a:ext>
            </a:extLst>
          </p:cNvPr>
          <p:cNvSpPr/>
          <p:nvPr/>
        </p:nvSpPr>
        <p:spPr>
          <a:xfrm>
            <a:off x="7193184" y="1303976"/>
            <a:ext cx="857307" cy="31118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</a:rPr>
              <a:t>지점필터</a:t>
            </a:r>
          </a:p>
        </p:txBody>
      </p:sp>
      <p:pic>
        <p:nvPicPr>
          <p:cNvPr id="1047" name="그래픽 1046" descr="사용자 단색으로 채워진">
            <a:extLst>
              <a:ext uri="{FF2B5EF4-FFF2-40B4-BE49-F238E27FC236}">
                <a16:creationId xmlns:a16="http://schemas.microsoft.com/office/drawing/2014/main" id="{45F718AD-63E5-E359-8097-BB4941BA579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24670" y="682086"/>
            <a:ext cx="337182" cy="337182"/>
          </a:xfrm>
          <a:prstGeom prst="rect">
            <a:avLst/>
          </a:prstGeom>
        </p:spPr>
      </p:pic>
      <p:sp>
        <p:nvSpPr>
          <p:cNvPr id="1048" name="말풍선: 사각형 1047">
            <a:extLst>
              <a:ext uri="{FF2B5EF4-FFF2-40B4-BE49-F238E27FC236}">
                <a16:creationId xmlns:a16="http://schemas.microsoft.com/office/drawing/2014/main" id="{0259A4CD-3D35-C3FD-B40D-22F2DD3FA59A}"/>
              </a:ext>
            </a:extLst>
          </p:cNvPr>
          <p:cNvSpPr/>
          <p:nvPr/>
        </p:nvSpPr>
        <p:spPr>
          <a:xfrm>
            <a:off x="9295544" y="-7338"/>
            <a:ext cx="2389461" cy="831549"/>
          </a:xfrm>
          <a:prstGeom prst="wedgeRectCallout">
            <a:avLst>
              <a:gd name="adj1" fmla="val -207045"/>
              <a:gd name="adj2" fmla="val 62501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클릭 시 마이페이지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로그인 </a:t>
            </a:r>
            <a:r>
              <a:rPr lang="ko-KR" altLang="en-US" dirty="0" err="1">
                <a:solidFill>
                  <a:schemeClr val="tx1"/>
                </a:solidFill>
              </a:rPr>
              <a:t>안했으면</a:t>
            </a:r>
            <a:r>
              <a:rPr lang="ko-KR" altLang="en-US" dirty="0">
                <a:solidFill>
                  <a:schemeClr val="tx1"/>
                </a:solidFill>
              </a:rPr>
              <a:t> 여기 로그인 버튼</a:t>
            </a:r>
          </a:p>
        </p:txBody>
      </p:sp>
      <p:sp>
        <p:nvSpPr>
          <p:cNvPr id="1049" name="직사각형 1048">
            <a:extLst>
              <a:ext uri="{FF2B5EF4-FFF2-40B4-BE49-F238E27FC236}">
                <a16:creationId xmlns:a16="http://schemas.microsoft.com/office/drawing/2014/main" id="{D9BAC9A7-3282-F9EE-5FC9-0C3F24F715FF}"/>
              </a:ext>
            </a:extLst>
          </p:cNvPr>
          <p:cNvSpPr/>
          <p:nvPr/>
        </p:nvSpPr>
        <p:spPr>
          <a:xfrm>
            <a:off x="9440201" y="3715088"/>
            <a:ext cx="1747318" cy="31118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b="1" dirty="0" err="1">
                <a:solidFill>
                  <a:schemeClr val="tx1"/>
                </a:solidFill>
              </a:rPr>
              <a:t>ㅇㅇ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pic>
        <p:nvPicPr>
          <p:cNvPr id="1050" name="그래픽 1049" descr="돋보기 단색으로 채워진">
            <a:extLst>
              <a:ext uri="{FF2B5EF4-FFF2-40B4-BE49-F238E27FC236}">
                <a16:creationId xmlns:a16="http://schemas.microsoft.com/office/drawing/2014/main" id="{E52E84D3-523B-68F9-9B75-93BACF2B7A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04126" y="3684330"/>
            <a:ext cx="372701" cy="372701"/>
          </a:xfrm>
          <a:prstGeom prst="rect">
            <a:avLst/>
          </a:prstGeom>
        </p:spPr>
      </p:pic>
      <p:pic>
        <p:nvPicPr>
          <p:cNvPr id="1052" name="그림 1051">
            <a:extLst>
              <a:ext uri="{FF2B5EF4-FFF2-40B4-BE49-F238E27FC236}">
                <a16:creationId xmlns:a16="http://schemas.microsoft.com/office/drawing/2014/main" id="{06F1614E-1A6E-5A94-AACB-037BF72B650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09691" y="4002175"/>
            <a:ext cx="1858854" cy="2839726"/>
          </a:xfrm>
          <a:prstGeom prst="rect">
            <a:avLst/>
          </a:prstGeom>
        </p:spPr>
      </p:pic>
      <p:sp>
        <p:nvSpPr>
          <p:cNvPr id="1056" name="말풍선: 사각형 1055">
            <a:extLst>
              <a:ext uri="{FF2B5EF4-FFF2-40B4-BE49-F238E27FC236}">
                <a16:creationId xmlns:a16="http://schemas.microsoft.com/office/drawing/2014/main" id="{F013B481-5B8E-B71C-3810-25CBF4C86E36}"/>
              </a:ext>
            </a:extLst>
          </p:cNvPr>
          <p:cNvSpPr/>
          <p:nvPr/>
        </p:nvSpPr>
        <p:spPr>
          <a:xfrm>
            <a:off x="9144387" y="3108614"/>
            <a:ext cx="2389461" cy="500012"/>
          </a:xfrm>
          <a:prstGeom prst="wedgeRectCallout">
            <a:avLst>
              <a:gd name="adj1" fmla="val -8603"/>
              <a:gd name="adj2" fmla="val 26225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하단 리스트 예시</a:t>
            </a:r>
          </a:p>
        </p:txBody>
      </p:sp>
      <p:sp>
        <p:nvSpPr>
          <p:cNvPr id="1057" name="말풍선: 사각형 1056">
            <a:extLst>
              <a:ext uri="{FF2B5EF4-FFF2-40B4-BE49-F238E27FC236}">
                <a16:creationId xmlns:a16="http://schemas.microsoft.com/office/drawing/2014/main" id="{E363CFC1-70C4-75AE-C543-6C7559A52C37}"/>
              </a:ext>
            </a:extLst>
          </p:cNvPr>
          <p:cNvSpPr/>
          <p:nvPr/>
        </p:nvSpPr>
        <p:spPr>
          <a:xfrm>
            <a:off x="621193" y="2325684"/>
            <a:ext cx="2389461" cy="831549"/>
          </a:xfrm>
          <a:prstGeom prst="wedgeRectCallout">
            <a:avLst>
              <a:gd name="adj1" fmla="val 202858"/>
              <a:gd name="adj2" fmla="val -147224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조회순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>
                <a:solidFill>
                  <a:schemeClr val="tx1"/>
                </a:solidFill>
              </a:rPr>
              <a:t>리뷰개수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평점순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>
                <a:solidFill>
                  <a:schemeClr val="tx1"/>
                </a:solidFill>
              </a:rPr>
              <a:t>최신순을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하단리스트로 선택</a:t>
            </a:r>
            <a:r>
              <a:rPr lang="en-US" altLang="ko-KR" dirty="0">
                <a:solidFill>
                  <a:schemeClr val="tx1"/>
                </a:solidFill>
              </a:rPr>
              <a:t>  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56215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E21914-8663-1950-4511-EFC516947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AF9EA8C-F475-07BF-52E0-FBC38A809430}"/>
              </a:ext>
            </a:extLst>
          </p:cNvPr>
          <p:cNvSpPr txBox="1"/>
          <p:nvPr/>
        </p:nvSpPr>
        <p:spPr>
          <a:xfrm>
            <a:off x="597529" y="262550"/>
            <a:ext cx="3331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2. </a:t>
            </a:r>
            <a:r>
              <a:rPr lang="ko-KR" altLang="en-US" dirty="0"/>
              <a:t>상세 페이지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46FF4CC-FB78-83AB-A5EA-EE3152BD61D7}"/>
              </a:ext>
            </a:extLst>
          </p:cNvPr>
          <p:cNvSpPr/>
          <p:nvPr/>
        </p:nvSpPr>
        <p:spPr>
          <a:xfrm>
            <a:off x="758251" y="631883"/>
            <a:ext cx="4780230" cy="612200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A7AE6D8-AD3D-0A18-EB36-92893A3931D8}"/>
              </a:ext>
            </a:extLst>
          </p:cNvPr>
          <p:cNvSpPr/>
          <p:nvPr/>
        </p:nvSpPr>
        <p:spPr>
          <a:xfrm>
            <a:off x="758251" y="631882"/>
            <a:ext cx="4780230" cy="46358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15697F7-90E3-E1CE-875E-1E4ACB9407A2}"/>
              </a:ext>
            </a:extLst>
          </p:cNvPr>
          <p:cNvSpPr/>
          <p:nvPr/>
        </p:nvSpPr>
        <p:spPr>
          <a:xfrm>
            <a:off x="848785" y="708082"/>
            <a:ext cx="1504384" cy="31118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chemeClr val="tx1"/>
                </a:solidFill>
              </a:rPr>
              <a:t>성심위키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3E0752C-B3D3-6DE3-812A-65766BA6AE64}"/>
              </a:ext>
            </a:extLst>
          </p:cNvPr>
          <p:cNvSpPr/>
          <p:nvPr/>
        </p:nvSpPr>
        <p:spPr>
          <a:xfrm>
            <a:off x="3664413" y="708082"/>
            <a:ext cx="1747318" cy="31118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>
              <a:solidFill>
                <a:schemeClr val="tx1"/>
              </a:solidFill>
            </a:endParaRPr>
          </a:p>
        </p:txBody>
      </p:sp>
      <p:pic>
        <p:nvPicPr>
          <p:cNvPr id="7" name="그래픽 6" descr="돋보기 단색으로 채워진">
            <a:extLst>
              <a:ext uri="{FF2B5EF4-FFF2-40B4-BE49-F238E27FC236}">
                <a16:creationId xmlns:a16="http://schemas.microsoft.com/office/drawing/2014/main" id="{D6C91E97-672D-8ABF-613E-2C046E48F1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28338" y="677324"/>
            <a:ext cx="372701" cy="372701"/>
          </a:xfrm>
          <a:prstGeom prst="rect">
            <a:avLst/>
          </a:prstGeom>
        </p:spPr>
      </p:pic>
      <p:pic>
        <p:nvPicPr>
          <p:cNvPr id="8" name="그래픽 7" descr="사용자 단색으로 채워진">
            <a:extLst>
              <a:ext uri="{FF2B5EF4-FFF2-40B4-BE49-F238E27FC236}">
                <a16:creationId xmlns:a16="http://schemas.microsoft.com/office/drawing/2014/main" id="{12E8C841-46CF-DE28-4813-5EDFDB898F1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424909" y="682087"/>
            <a:ext cx="337182" cy="337182"/>
          </a:xfrm>
          <a:prstGeom prst="rect">
            <a:avLst/>
          </a:prstGeom>
        </p:spPr>
      </p:pic>
      <p:grpSp>
        <p:nvGrpSpPr>
          <p:cNvPr id="9" name="그룹 8">
            <a:extLst>
              <a:ext uri="{FF2B5EF4-FFF2-40B4-BE49-F238E27FC236}">
                <a16:creationId xmlns:a16="http://schemas.microsoft.com/office/drawing/2014/main" id="{36E4DD7D-3100-9CCF-42AA-972A6C532F94}"/>
              </a:ext>
            </a:extLst>
          </p:cNvPr>
          <p:cNvGrpSpPr/>
          <p:nvPr/>
        </p:nvGrpSpPr>
        <p:grpSpPr>
          <a:xfrm>
            <a:off x="3148366" y="1362014"/>
            <a:ext cx="2098895" cy="2729218"/>
            <a:chOff x="4789283" y="2601011"/>
            <a:chExt cx="1068309" cy="1389135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8906D9F1-DB58-1555-87E0-801C0404CA6D}"/>
                </a:ext>
              </a:extLst>
            </p:cNvPr>
            <p:cNvSpPr/>
            <p:nvPr/>
          </p:nvSpPr>
          <p:spPr>
            <a:xfrm>
              <a:off x="4789283" y="2601011"/>
              <a:ext cx="1068309" cy="138913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pic>
          <p:nvPicPr>
            <p:cNvPr id="11" name="Picture 4" descr="신팔도명물] 대전 와서 이 맛 안보면 손해…빵하면 성심당 &lt; 신 ...">
              <a:extLst>
                <a:ext uri="{FF2B5EF4-FFF2-40B4-BE49-F238E27FC236}">
                  <a16:creationId xmlns:a16="http://schemas.microsoft.com/office/drawing/2014/main" id="{71B277E1-3A3E-F9FE-F7C4-F67F3F4FE65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07662" y="2612976"/>
              <a:ext cx="831549" cy="83154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7A44E72F-675B-FD50-A63F-CF465362B97E}"/>
                </a:ext>
              </a:extLst>
            </p:cNvPr>
            <p:cNvSpPr/>
            <p:nvPr/>
          </p:nvSpPr>
          <p:spPr>
            <a:xfrm>
              <a:off x="4956023" y="3467589"/>
              <a:ext cx="734825" cy="48278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200" b="1" dirty="0">
                  <a:solidFill>
                    <a:schemeClr val="tx1"/>
                  </a:solidFill>
                </a:rPr>
                <a:t>빵 이름</a:t>
              </a:r>
              <a:endParaRPr lang="en-US" altLang="ko-KR" sz="1200" b="1" dirty="0">
                <a:solidFill>
                  <a:schemeClr val="tx1"/>
                </a:solidFill>
              </a:endParaRPr>
            </a:p>
            <a:p>
              <a:r>
                <a:rPr lang="ko-KR" altLang="en-US" sz="1200" b="1" dirty="0">
                  <a:solidFill>
                    <a:schemeClr val="tx1"/>
                  </a:solidFill>
                </a:rPr>
                <a:t>가격</a:t>
              </a:r>
              <a:endParaRPr lang="en-US" altLang="ko-KR" sz="1200" b="1" dirty="0">
                <a:solidFill>
                  <a:schemeClr val="tx1"/>
                </a:solidFill>
              </a:endParaRPr>
            </a:p>
            <a:p>
              <a:r>
                <a:rPr lang="ko-KR" altLang="en-US" sz="1200" b="1" dirty="0">
                  <a:solidFill>
                    <a:schemeClr val="tx1"/>
                  </a:solidFill>
                </a:rPr>
                <a:t>취급 점포</a:t>
              </a:r>
              <a:endParaRPr lang="en-US" altLang="ko-KR" sz="1200" b="1" dirty="0">
                <a:solidFill>
                  <a:schemeClr val="tx1"/>
                </a:solidFill>
              </a:endParaRPr>
            </a:p>
            <a:p>
              <a:r>
                <a:rPr lang="ko-KR" altLang="en-US" sz="1200" b="1" dirty="0">
                  <a:solidFill>
                    <a:schemeClr val="tx1"/>
                  </a:solidFill>
                </a:rPr>
                <a:t>판매 기간</a:t>
              </a:r>
              <a:endParaRPr lang="en-US" altLang="ko-KR" sz="1200" b="1" dirty="0">
                <a:solidFill>
                  <a:schemeClr val="tx1"/>
                </a:solidFill>
              </a:endParaRPr>
            </a:p>
          </p:txBody>
        </p:sp>
      </p:grpSp>
      <p:pic>
        <p:nvPicPr>
          <p:cNvPr id="15" name="그림 14">
            <a:extLst>
              <a:ext uri="{FF2B5EF4-FFF2-40B4-BE49-F238E27FC236}">
                <a16:creationId xmlns:a16="http://schemas.microsoft.com/office/drawing/2014/main" id="{BF61B066-EB8E-523B-6150-3BCF66B9D52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0912" y="1952092"/>
            <a:ext cx="1114425" cy="1714500"/>
          </a:xfrm>
          <a:prstGeom prst="rect">
            <a:avLst/>
          </a:prstGeom>
        </p:spPr>
      </p:pic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EA4213C1-8C75-51FA-69BA-436B537A1771}"/>
              </a:ext>
            </a:extLst>
          </p:cNvPr>
          <p:cNvCxnSpPr/>
          <p:nvPr/>
        </p:nvCxnSpPr>
        <p:spPr>
          <a:xfrm>
            <a:off x="1129443" y="4751110"/>
            <a:ext cx="419670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E839C268-C1E2-B14A-E73A-7F246DE195FF}"/>
              </a:ext>
            </a:extLst>
          </p:cNvPr>
          <p:cNvCxnSpPr/>
          <p:nvPr/>
        </p:nvCxnSpPr>
        <p:spPr>
          <a:xfrm>
            <a:off x="1129443" y="6015872"/>
            <a:ext cx="419670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30159ACB-E6CF-2978-2855-17C1D67E2073}"/>
              </a:ext>
            </a:extLst>
          </p:cNvPr>
          <p:cNvSpPr txBox="1"/>
          <p:nvPr/>
        </p:nvSpPr>
        <p:spPr>
          <a:xfrm>
            <a:off x="1110912" y="4381778"/>
            <a:ext cx="906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1. </a:t>
            </a:r>
            <a:r>
              <a:rPr lang="ko-KR" altLang="en-US" dirty="0"/>
              <a:t>개요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889336B-BB72-300C-9C1B-8117D54684BA}"/>
              </a:ext>
            </a:extLst>
          </p:cNvPr>
          <p:cNvSpPr txBox="1"/>
          <p:nvPr/>
        </p:nvSpPr>
        <p:spPr>
          <a:xfrm>
            <a:off x="1135338" y="5567832"/>
            <a:ext cx="1449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2. </a:t>
            </a:r>
            <a:r>
              <a:rPr lang="ko-KR" altLang="en-US" dirty="0"/>
              <a:t>상세 설명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7798E93B-0106-F9C5-AEC3-3620349A4A3C}"/>
              </a:ext>
            </a:extLst>
          </p:cNvPr>
          <p:cNvSpPr/>
          <p:nvPr/>
        </p:nvSpPr>
        <p:spPr>
          <a:xfrm>
            <a:off x="6300858" y="605590"/>
            <a:ext cx="4780230" cy="612200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B451AE0C-60D0-6EA7-A9D9-48B524890C67}"/>
              </a:ext>
            </a:extLst>
          </p:cNvPr>
          <p:cNvSpPr/>
          <p:nvPr/>
        </p:nvSpPr>
        <p:spPr>
          <a:xfrm>
            <a:off x="6300858" y="605589"/>
            <a:ext cx="4780230" cy="46358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9C097B4C-403E-DEF6-32E2-07B7FF32ACC5}"/>
              </a:ext>
            </a:extLst>
          </p:cNvPr>
          <p:cNvSpPr/>
          <p:nvPr/>
        </p:nvSpPr>
        <p:spPr>
          <a:xfrm>
            <a:off x="6391392" y="681789"/>
            <a:ext cx="1504384" cy="31118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chemeClr val="tx1"/>
                </a:solidFill>
              </a:rPr>
              <a:t>성심위키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E08374EC-A664-AF39-15C6-FD0874A2D680}"/>
              </a:ext>
            </a:extLst>
          </p:cNvPr>
          <p:cNvSpPr/>
          <p:nvPr/>
        </p:nvSpPr>
        <p:spPr>
          <a:xfrm>
            <a:off x="9207020" y="681789"/>
            <a:ext cx="1747318" cy="31118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>
              <a:solidFill>
                <a:schemeClr val="tx1"/>
              </a:solidFill>
            </a:endParaRPr>
          </a:p>
        </p:txBody>
      </p:sp>
      <p:pic>
        <p:nvPicPr>
          <p:cNvPr id="26" name="그래픽 25" descr="돋보기 단색으로 채워진">
            <a:extLst>
              <a:ext uri="{FF2B5EF4-FFF2-40B4-BE49-F238E27FC236}">
                <a16:creationId xmlns:a16="http://schemas.microsoft.com/office/drawing/2014/main" id="{7C45587B-8E74-71E7-4E55-116EBBFDF7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70945" y="651031"/>
            <a:ext cx="372701" cy="372701"/>
          </a:xfrm>
          <a:prstGeom prst="rect">
            <a:avLst/>
          </a:prstGeom>
        </p:spPr>
      </p:pic>
      <p:pic>
        <p:nvPicPr>
          <p:cNvPr id="27" name="그래픽 26" descr="사용자 단색으로 채워진">
            <a:extLst>
              <a:ext uri="{FF2B5EF4-FFF2-40B4-BE49-F238E27FC236}">
                <a16:creationId xmlns:a16="http://schemas.microsoft.com/office/drawing/2014/main" id="{603CAEDB-4BC4-05BF-4612-2B7688E0AD7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67516" y="655794"/>
            <a:ext cx="337182" cy="337182"/>
          </a:xfrm>
          <a:prstGeom prst="rect">
            <a:avLst/>
          </a:prstGeom>
        </p:spPr>
      </p:pic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E4236293-5E0C-0F92-27AA-C5BE967170D3}"/>
              </a:ext>
            </a:extLst>
          </p:cNvPr>
          <p:cNvCxnSpPr/>
          <p:nvPr/>
        </p:nvCxnSpPr>
        <p:spPr>
          <a:xfrm>
            <a:off x="6672050" y="1585693"/>
            <a:ext cx="419670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F2668604-6E54-237B-AB7F-861A2C8438E4}"/>
              </a:ext>
            </a:extLst>
          </p:cNvPr>
          <p:cNvCxnSpPr/>
          <p:nvPr/>
        </p:nvCxnSpPr>
        <p:spPr>
          <a:xfrm>
            <a:off x="6672050" y="2850455"/>
            <a:ext cx="419670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DA4307CA-A1AE-43CC-D17F-FCFFB848BC3F}"/>
              </a:ext>
            </a:extLst>
          </p:cNvPr>
          <p:cNvSpPr txBox="1"/>
          <p:nvPr/>
        </p:nvSpPr>
        <p:spPr>
          <a:xfrm>
            <a:off x="6653519" y="1216361"/>
            <a:ext cx="906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4. </a:t>
            </a:r>
            <a:r>
              <a:rPr lang="ko-KR" altLang="en-US" dirty="0"/>
              <a:t>여담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3DF1F50-2EB3-0375-F02C-3B6038FD3FB0}"/>
              </a:ext>
            </a:extLst>
          </p:cNvPr>
          <p:cNvSpPr txBox="1"/>
          <p:nvPr/>
        </p:nvSpPr>
        <p:spPr>
          <a:xfrm>
            <a:off x="6677945" y="2402415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리뷰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8DE54785-2DE0-EE6A-2FD7-CB02EE7DA570}"/>
              </a:ext>
            </a:extLst>
          </p:cNvPr>
          <p:cNvSpPr/>
          <p:nvPr/>
        </p:nvSpPr>
        <p:spPr>
          <a:xfrm>
            <a:off x="6672049" y="3439144"/>
            <a:ext cx="4196701" cy="31107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5C315C93-10D8-0153-2DAD-D3C7F0BA2B42}"/>
              </a:ext>
            </a:extLst>
          </p:cNvPr>
          <p:cNvSpPr/>
          <p:nvPr/>
        </p:nvSpPr>
        <p:spPr>
          <a:xfrm>
            <a:off x="6755651" y="3481024"/>
            <a:ext cx="1071327" cy="23236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닉네임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6E8618AD-624E-0209-8A0D-131EA310C8B3}"/>
              </a:ext>
            </a:extLst>
          </p:cNvPr>
          <p:cNvSpPr/>
          <p:nvPr/>
        </p:nvSpPr>
        <p:spPr>
          <a:xfrm>
            <a:off x="9346682" y="3470814"/>
            <a:ext cx="954775" cy="23236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ts val="1950"/>
              </a:lnSpc>
              <a:spcBef>
                <a:spcPts val="1350"/>
              </a:spcBef>
              <a:spcAft>
                <a:spcPts val="225"/>
              </a:spcAft>
            </a:pPr>
            <a:r>
              <a:rPr lang="ko-KR" altLang="en-US" sz="1200" b="0" i="0" u="none" strike="noStrike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☆☆☆☆☆</a:t>
            </a:r>
            <a:endParaRPr lang="ko-KR" altLang="en-US" sz="1200" b="0" i="0" u="none" strike="noStrike" dirty="0">
              <a:solidFill>
                <a:schemeClr val="tx1"/>
              </a:solidFill>
              <a:effectLst/>
              <a:latin typeface="Arial" panose="020B0604020202020204" pitchFamily="34" charset="0"/>
              <a:hlinkClick r:id="rId8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pic>
        <p:nvPicPr>
          <p:cNvPr id="42" name="그래픽 41" descr="엄지척 기호 윤곽선">
            <a:extLst>
              <a:ext uri="{FF2B5EF4-FFF2-40B4-BE49-F238E27FC236}">
                <a16:creationId xmlns:a16="http://schemas.microsoft.com/office/drawing/2014/main" id="{320C729E-846F-14E2-FF3F-B1FCC403F01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386253" y="3460828"/>
            <a:ext cx="252342" cy="252342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BD8E20C2-7C0E-663F-0531-65E415241E57}"/>
              </a:ext>
            </a:extLst>
          </p:cNvPr>
          <p:cNvSpPr txBox="1"/>
          <p:nvPr/>
        </p:nvSpPr>
        <p:spPr>
          <a:xfrm>
            <a:off x="10555844" y="3479267"/>
            <a:ext cx="31290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/>
              <a:t>12</a:t>
            </a:r>
            <a:endParaRPr lang="ko-KR" altLang="en-US" sz="900" dirty="0"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8CCF7F7B-EDAB-5CF7-0388-A41C2FB44C06}"/>
              </a:ext>
            </a:extLst>
          </p:cNvPr>
          <p:cNvSpPr/>
          <p:nvPr/>
        </p:nvSpPr>
        <p:spPr>
          <a:xfrm>
            <a:off x="6672049" y="3750222"/>
            <a:ext cx="4196701" cy="95368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어쩌구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r>
              <a:rPr lang="ko-KR" altLang="en-US" dirty="0" err="1">
                <a:solidFill>
                  <a:schemeClr val="tx1"/>
                </a:solidFill>
              </a:rPr>
              <a:t>저쩌구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endParaRPr lang="en-US" altLang="ko-KR" sz="1100" dirty="0">
              <a:solidFill>
                <a:schemeClr val="tx1"/>
              </a:solidFill>
            </a:endParaRPr>
          </a:p>
          <a:p>
            <a:pPr algn="ctr"/>
            <a:endParaRPr lang="en-US" altLang="ko-KR" sz="1100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dirty="0" err="1">
                <a:solidFill>
                  <a:schemeClr val="tx1"/>
                </a:solidFill>
              </a:rPr>
              <a:t>더보기</a:t>
            </a:r>
            <a:endParaRPr lang="en-US" altLang="ko-KR" sz="1100" dirty="0">
              <a:solidFill>
                <a:schemeClr val="tx1"/>
              </a:solidFill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B8FADD0F-47A6-22EA-4D2C-A141C6DB891D}"/>
              </a:ext>
            </a:extLst>
          </p:cNvPr>
          <p:cNvSpPr/>
          <p:nvPr/>
        </p:nvSpPr>
        <p:spPr>
          <a:xfrm>
            <a:off x="6653519" y="4815752"/>
            <a:ext cx="4196701" cy="31107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90B89401-F399-B013-A313-72BED8AA1C21}"/>
              </a:ext>
            </a:extLst>
          </p:cNvPr>
          <p:cNvSpPr/>
          <p:nvPr/>
        </p:nvSpPr>
        <p:spPr>
          <a:xfrm>
            <a:off x="6737121" y="4857632"/>
            <a:ext cx="1071327" cy="23236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닉네임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4F162EDC-E81E-0591-23CE-430C32B19E1B}"/>
              </a:ext>
            </a:extLst>
          </p:cNvPr>
          <p:cNvSpPr/>
          <p:nvPr/>
        </p:nvSpPr>
        <p:spPr>
          <a:xfrm>
            <a:off x="9328152" y="4847422"/>
            <a:ext cx="954775" cy="23236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ts val="1950"/>
              </a:lnSpc>
              <a:spcBef>
                <a:spcPts val="1350"/>
              </a:spcBef>
              <a:spcAft>
                <a:spcPts val="225"/>
              </a:spcAft>
            </a:pPr>
            <a:r>
              <a:rPr lang="ko-KR" altLang="en-US" sz="1200" b="0" i="0" u="none" strike="noStrike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☆☆☆☆☆</a:t>
            </a:r>
            <a:endParaRPr lang="ko-KR" altLang="en-US" sz="1200" b="0" i="0" u="none" strike="noStrike" dirty="0">
              <a:solidFill>
                <a:schemeClr val="tx1"/>
              </a:solidFill>
              <a:effectLst/>
              <a:latin typeface="Arial" panose="020B0604020202020204" pitchFamily="34" charset="0"/>
              <a:hlinkClick r:id="rId8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pic>
        <p:nvPicPr>
          <p:cNvPr id="49" name="그래픽 48" descr="엄지척 기호 윤곽선">
            <a:extLst>
              <a:ext uri="{FF2B5EF4-FFF2-40B4-BE49-F238E27FC236}">
                <a16:creationId xmlns:a16="http://schemas.microsoft.com/office/drawing/2014/main" id="{7D273C5D-D6E2-D081-D63A-BDFE93759A1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367723" y="4837436"/>
            <a:ext cx="252342" cy="252342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386C5F5A-E602-8F69-B7BD-452C3592EEEB}"/>
              </a:ext>
            </a:extLst>
          </p:cNvPr>
          <p:cNvSpPr txBox="1"/>
          <p:nvPr/>
        </p:nvSpPr>
        <p:spPr>
          <a:xfrm>
            <a:off x="10537314" y="4855875"/>
            <a:ext cx="31290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/>
              <a:t>11</a:t>
            </a:r>
            <a:endParaRPr lang="ko-KR" altLang="en-US" sz="900" dirty="0"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DDF25555-A6EC-E495-6BF5-3E5D7BD283E5}"/>
              </a:ext>
            </a:extLst>
          </p:cNvPr>
          <p:cNvSpPr/>
          <p:nvPr/>
        </p:nvSpPr>
        <p:spPr>
          <a:xfrm>
            <a:off x="6653519" y="5126830"/>
            <a:ext cx="4196701" cy="95368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어쩌구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r>
              <a:rPr lang="ko-KR" altLang="en-US" dirty="0" err="1">
                <a:solidFill>
                  <a:schemeClr val="tx1"/>
                </a:solidFill>
              </a:rPr>
              <a:t>저쩌구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endParaRPr lang="en-US" altLang="ko-KR" sz="1100" dirty="0">
              <a:solidFill>
                <a:schemeClr val="tx1"/>
              </a:solidFill>
            </a:endParaRPr>
          </a:p>
          <a:p>
            <a:pPr algn="ctr"/>
            <a:endParaRPr lang="en-US" altLang="ko-KR" sz="1100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dirty="0" err="1">
                <a:solidFill>
                  <a:schemeClr val="tx1"/>
                </a:solidFill>
              </a:rPr>
              <a:t>더보기</a:t>
            </a:r>
            <a:endParaRPr lang="en-US" altLang="ko-KR" sz="1100" dirty="0">
              <a:solidFill>
                <a:schemeClr val="tx1"/>
              </a:solidFill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4C72AD18-94DA-C7E8-A402-5C82C707FD49}"/>
              </a:ext>
            </a:extLst>
          </p:cNvPr>
          <p:cNvSpPr/>
          <p:nvPr/>
        </p:nvSpPr>
        <p:spPr>
          <a:xfrm>
            <a:off x="8653249" y="2905135"/>
            <a:ext cx="553771" cy="31118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</a:rPr>
              <a:t>인기</a:t>
            </a:r>
            <a:endParaRPr lang="en-US" altLang="ko-KR" sz="1200" b="1" dirty="0">
              <a:solidFill>
                <a:schemeClr val="tx1"/>
              </a:solidFill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D56B91DF-D562-1E23-80D7-A3C8BC49B764}"/>
              </a:ext>
            </a:extLst>
          </p:cNvPr>
          <p:cNvSpPr/>
          <p:nvPr/>
        </p:nvSpPr>
        <p:spPr>
          <a:xfrm>
            <a:off x="9207020" y="2902749"/>
            <a:ext cx="553771" cy="31118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</a:rPr>
              <a:t>최신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F7ACD7AB-0AD1-2620-5A35-FF9EC75FBA52}"/>
              </a:ext>
            </a:extLst>
          </p:cNvPr>
          <p:cNvSpPr/>
          <p:nvPr/>
        </p:nvSpPr>
        <p:spPr>
          <a:xfrm>
            <a:off x="9837174" y="2955295"/>
            <a:ext cx="954775" cy="23236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ts val="1950"/>
              </a:lnSpc>
              <a:spcBef>
                <a:spcPts val="1350"/>
              </a:spcBef>
              <a:spcAft>
                <a:spcPts val="225"/>
              </a:spcAft>
            </a:pPr>
            <a:r>
              <a:rPr lang="ko-KR" altLang="en-US" sz="1200" b="0" i="0" u="none" strike="noStrike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☆☆☆☆☆</a:t>
            </a:r>
            <a:endParaRPr lang="ko-KR" altLang="en-US" sz="1200" b="0" i="0" u="none" strike="noStrike" dirty="0">
              <a:solidFill>
                <a:schemeClr val="tx1"/>
              </a:solidFill>
              <a:effectLst/>
              <a:latin typeface="Arial" panose="020B0604020202020204" pitchFamily="34" charset="0"/>
              <a:hlinkClick r:id="rId8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21F19A02-51E0-66AA-8C80-85B81E65CB11}"/>
              </a:ext>
            </a:extLst>
          </p:cNvPr>
          <p:cNvSpPr/>
          <p:nvPr/>
        </p:nvSpPr>
        <p:spPr>
          <a:xfrm>
            <a:off x="10791949" y="2941284"/>
            <a:ext cx="252342" cy="2463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</a:rPr>
              <a:t>▽</a:t>
            </a:r>
          </a:p>
        </p:txBody>
      </p:sp>
      <p:sp>
        <p:nvSpPr>
          <p:cNvPr id="56" name="말풍선: 사각형 55">
            <a:extLst>
              <a:ext uri="{FF2B5EF4-FFF2-40B4-BE49-F238E27FC236}">
                <a16:creationId xmlns:a16="http://schemas.microsoft.com/office/drawing/2014/main" id="{AEA0CE97-D6D2-089A-866F-AC56BF7959CE}"/>
              </a:ext>
            </a:extLst>
          </p:cNvPr>
          <p:cNvSpPr/>
          <p:nvPr/>
        </p:nvSpPr>
        <p:spPr>
          <a:xfrm>
            <a:off x="-497534" y="1019269"/>
            <a:ext cx="2389461" cy="831549"/>
          </a:xfrm>
          <a:prstGeom prst="wedgeRectCallout">
            <a:avLst>
              <a:gd name="adj1" fmla="val 30454"/>
              <a:gd name="adj2" fmla="val 62500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위키인데 없으면 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안될거</a:t>
            </a:r>
            <a:r>
              <a:rPr lang="ko-KR" altLang="en-US" sz="1200" dirty="0">
                <a:solidFill>
                  <a:schemeClr val="tx1"/>
                </a:solidFill>
              </a:rPr>
              <a:t> 같아서 추가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클릭시</a:t>
            </a:r>
            <a:r>
              <a:rPr lang="ko-KR" altLang="en-US" sz="1200" dirty="0">
                <a:solidFill>
                  <a:schemeClr val="tx1"/>
                </a:solidFill>
              </a:rPr>
              <a:t> 해당 위치 이동</a:t>
            </a:r>
          </a:p>
        </p:txBody>
      </p:sp>
      <p:sp>
        <p:nvSpPr>
          <p:cNvPr id="57" name="말풍선: 사각형 56">
            <a:extLst>
              <a:ext uri="{FF2B5EF4-FFF2-40B4-BE49-F238E27FC236}">
                <a16:creationId xmlns:a16="http://schemas.microsoft.com/office/drawing/2014/main" id="{6CA60DF7-FF84-5AE7-30BF-C8A6C2374CCF}"/>
              </a:ext>
            </a:extLst>
          </p:cNvPr>
          <p:cNvSpPr/>
          <p:nvPr/>
        </p:nvSpPr>
        <p:spPr>
          <a:xfrm>
            <a:off x="4016813" y="2029054"/>
            <a:ext cx="2389461" cy="831549"/>
          </a:xfrm>
          <a:prstGeom prst="wedgeRectCallout">
            <a:avLst>
              <a:gd name="adj1" fmla="val -32274"/>
              <a:gd name="adj2" fmla="val 91975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가장 중요한 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내용 요약</a:t>
            </a:r>
          </a:p>
        </p:txBody>
      </p:sp>
      <p:sp>
        <p:nvSpPr>
          <p:cNvPr id="58" name="말풍선: 사각형 57">
            <a:extLst>
              <a:ext uri="{FF2B5EF4-FFF2-40B4-BE49-F238E27FC236}">
                <a16:creationId xmlns:a16="http://schemas.microsoft.com/office/drawing/2014/main" id="{ED3C3C1D-C354-6FD5-1268-1AC24207D23B}"/>
              </a:ext>
            </a:extLst>
          </p:cNvPr>
          <p:cNvSpPr/>
          <p:nvPr/>
        </p:nvSpPr>
        <p:spPr>
          <a:xfrm>
            <a:off x="2115569" y="4211445"/>
            <a:ext cx="2389461" cy="831549"/>
          </a:xfrm>
          <a:prstGeom prst="wedgeRectCallout">
            <a:avLst>
              <a:gd name="adj1" fmla="val -32274"/>
              <a:gd name="adj2" fmla="val 91975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문서에 대한 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개괄적 설명</a:t>
            </a:r>
          </a:p>
        </p:txBody>
      </p:sp>
      <p:sp>
        <p:nvSpPr>
          <p:cNvPr id="59" name="말풍선: 사각형 58">
            <a:extLst>
              <a:ext uri="{FF2B5EF4-FFF2-40B4-BE49-F238E27FC236}">
                <a16:creationId xmlns:a16="http://schemas.microsoft.com/office/drawing/2014/main" id="{232AFD4F-C9AD-4721-CFA3-73BD2EFF2E36}"/>
              </a:ext>
            </a:extLst>
          </p:cNvPr>
          <p:cNvSpPr/>
          <p:nvPr/>
        </p:nvSpPr>
        <p:spPr>
          <a:xfrm>
            <a:off x="2961861" y="5382460"/>
            <a:ext cx="2389461" cy="831549"/>
          </a:xfrm>
          <a:prstGeom prst="wedgeRectCallout">
            <a:avLst>
              <a:gd name="adj1" fmla="val -32274"/>
              <a:gd name="adj2" fmla="val 91975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TMI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0" name="말풍선: 사각형 59">
            <a:extLst>
              <a:ext uri="{FF2B5EF4-FFF2-40B4-BE49-F238E27FC236}">
                <a16:creationId xmlns:a16="http://schemas.microsoft.com/office/drawing/2014/main" id="{13D00C5F-B59D-3328-F57D-367B3871DC7C}"/>
              </a:ext>
            </a:extLst>
          </p:cNvPr>
          <p:cNvSpPr/>
          <p:nvPr/>
        </p:nvSpPr>
        <p:spPr>
          <a:xfrm>
            <a:off x="8507935" y="1726535"/>
            <a:ext cx="1187995" cy="831549"/>
          </a:xfrm>
          <a:prstGeom prst="wedgeRectCallout">
            <a:avLst>
              <a:gd name="adj1" fmla="val -32274"/>
              <a:gd name="adj2" fmla="val 91975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버튼식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1" name="말풍선: 사각형 60">
            <a:extLst>
              <a:ext uri="{FF2B5EF4-FFF2-40B4-BE49-F238E27FC236}">
                <a16:creationId xmlns:a16="http://schemas.microsoft.com/office/drawing/2014/main" id="{72F218DD-DFDF-F757-A99C-D71B1A0A8AEB}"/>
              </a:ext>
            </a:extLst>
          </p:cNvPr>
          <p:cNvSpPr/>
          <p:nvPr/>
        </p:nvSpPr>
        <p:spPr>
          <a:xfrm>
            <a:off x="10245750" y="1765988"/>
            <a:ext cx="1597715" cy="831549"/>
          </a:xfrm>
          <a:prstGeom prst="wedgeRectCallout">
            <a:avLst>
              <a:gd name="adj1" fmla="val -32274"/>
              <a:gd name="adj2" fmla="val 91975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누르면 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하단 리스트 선택</a:t>
            </a:r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62" name="말풍선: 사각형 61">
            <a:extLst>
              <a:ext uri="{FF2B5EF4-FFF2-40B4-BE49-F238E27FC236}">
                <a16:creationId xmlns:a16="http://schemas.microsoft.com/office/drawing/2014/main" id="{4F82BC01-7B4D-2F51-BEE2-7EDD7BAB05AE}"/>
              </a:ext>
            </a:extLst>
          </p:cNvPr>
          <p:cNvSpPr/>
          <p:nvPr/>
        </p:nvSpPr>
        <p:spPr>
          <a:xfrm>
            <a:off x="7609305" y="5988279"/>
            <a:ext cx="3938530" cy="831549"/>
          </a:xfrm>
          <a:prstGeom prst="wedgeRectCallout">
            <a:avLst>
              <a:gd name="adj1" fmla="val -60661"/>
              <a:gd name="adj2" fmla="val -82606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사진은 </a:t>
            </a:r>
            <a:r>
              <a:rPr lang="ko-KR" altLang="en-US" sz="1200" dirty="0" err="1">
                <a:solidFill>
                  <a:schemeClr val="tx1"/>
                </a:solidFill>
              </a:rPr>
              <a:t>대표이미지</a:t>
            </a:r>
            <a:r>
              <a:rPr lang="ko-KR" altLang="en-US" sz="1200" dirty="0">
                <a:solidFill>
                  <a:schemeClr val="tx1"/>
                </a:solidFill>
              </a:rPr>
              <a:t> 화질 </a:t>
            </a:r>
            <a:r>
              <a:rPr lang="ko-KR" altLang="en-US" sz="1200" dirty="0" err="1">
                <a:solidFill>
                  <a:schemeClr val="tx1"/>
                </a:solidFill>
              </a:rPr>
              <a:t>뭉겐거</a:t>
            </a:r>
            <a:r>
              <a:rPr lang="ko-KR" altLang="en-US" sz="1200" dirty="0">
                <a:solidFill>
                  <a:schemeClr val="tx1"/>
                </a:solidFill>
              </a:rPr>
              <a:t> 하나만 띄우고 나머지는 </a:t>
            </a:r>
            <a:r>
              <a:rPr lang="ko-KR" altLang="en-US" sz="1200" dirty="0" err="1">
                <a:solidFill>
                  <a:schemeClr val="tx1"/>
                </a:solidFill>
              </a:rPr>
              <a:t>클릭시</a:t>
            </a:r>
            <a:r>
              <a:rPr lang="ko-KR" altLang="en-US" sz="1200" dirty="0">
                <a:solidFill>
                  <a:schemeClr val="tx1"/>
                </a:solidFill>
              </a:rPr>
              <a:t> 화면 크게 해서 </a:t>
            </a:r>
            <a:r>
              <a:rPr lang="ko-KR" altLang="en-US" sz="1200" dirty="0" err="1">
                <a:solidFill>
                  <a:schemeClr val="tx1"/>
                </a:solidFill>
              </a:rPr>
              <a:t>다볼</a:t>
            </a:r>
            <a:r>
              <a:rPr lang="ko-KR" altLang="en-US" sz="1200" dirty="0">
                <a:solidFill>
                  <a:schemeClr val="tx1"/>
                </a:solidFill>
              </a:rPr>
              <a:t> 수 있게 </a:t>
            </a:r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 err="1">
                <a:solidFill>
                  <a:schemeClr val="tx1"/>
                </a:solidFill>
              </a:rPr>
              <a:t>쿠팡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</a:p>
        </p:txBody>
      </p:sp>
      <p:pic>
        <p:nvPicPr>
          <p:cNvPr id="63" name="Picture 4" descr="신팔도명물] 대전 와서 이 맛 안보면 손해…빵하면 성심당 &lt; 신 ...">
            <a:extLst>
              <a:ext uri="{FF2B5EF4-FFF2-40B4-BE49-F238E27FC236}">
                <a16:creationId xmlns:a16="http://schemas.microsoft.com/office/drawing/2014/main" id="{17986B1B-CFA4-5DF9-1867-EB2DE2FFA1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0686" y="5194778"/>
            <a:ext cx="746108" cy="746108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5" name="직사각형 64">
            <a:extLst>
              <a:ext uri="{FF2B5EF4-FFF2-40B4-BE49-F238E27FC236}">
                <a16:creationId xmlns:a16="http://schemas.microsoft.com/office/drawing/2014/main" id="{69E13661-D646-6E0B-B574-31EFECFF1ECA}"/>
              </a:ext>
            </a:extLst>
          </p:cNvPr>
          <p:cNvSpPr/>
          <p:nvPr/>
        </p:nvSpPr>
        <p:spPr>
          <a:xfrm>
            <a:off x="7375690" y="2422101"/>
            <a:ext cx="881725" cy="31118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>
                <a:solidFill>
                  <a:schemeClr val="tx1"/>
                </a:solidFill>
              </a:rPr>
              <a:t>리뷰 작성</a:t>
            </a:r>
            <a:endParaRPr lang="en-US" altLang="ko-KR" sz="12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91490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2751DF-9D5D-D9E1-7618-6FD3D10AB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EF02A9A-023A-0B78-9C1D-EABB2191A582}"/>
              </a:ext>
            </a:extLst>
          </p:cNvPr>
          <p:cNvSpPr txBox="1"/>
          <p:nvPr/>
        </p:nvSpPr>
        <p:spPr>
          <a:xfrm>
            <a:off x="597529" y="262550"/>
            <a:ext cx="3331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3.</a:t>
            </a:r>
            <a:r>
              <a:rPr lang="ko-KR" altLang="en-US" dirty="0"/>
              <a:t> 리뷰 작성 페이지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0A6CB58-5127-7131-27DF-79F1E093ED60}"/>
              </a:ext>
            </a:extLst>
          </p:cNvPr>
          <p:cNvSpPr/>
          <p:nvPr/>
        </p:nvSpPr>
        <p:spPr>
          <a:xfrm>
            <a:off x="3558012" y="631882"/>
            <a:ext cx="4780230" cy="612200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1160957-EA83-B61B-2753-1046BA0E3EDD}"/>
              </a:ext>
            </a:extLst>
          </p:cNvPr>
          <p:cNvSpPr/>
          <p:nvPr/>
        </p:nvSpPr>
        <p:spPr>
          <a:xfrm>
            <a:off x="3558012" y="631881"/>
            <a:ext cx="4780230" cy="46358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ECD639B-E67B-30BB-95F9-C51772047DD3}"/>
              </a:ext>
            </a:extLst>
          </p:cNvPr>
          <p:cNvSpPr/>
          <p:nvPr/>
        </p:nvSpPr>
        <p:spPr>
          <a:xfrm>
            <a:off x="3648546" y="708081"/>
            <a:ext cx="1504384" cy="31118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chemeClr val="tx1"/>
                </a:solidFill>
              </a:rPr>
              <a:t>성심위키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CDD000C-27A7-A8C3-BC01-7FD30180635B}"/>
              </a:ext>
            </a:extLst>
          </p:cNvPr>
          <p:cNvSpPr/>
          <p:nvPr/>
        </p:nvSpPr>
        <p:spPr>
          <a:xfrm>
            <a:off x="6464174" y="708081"/>
            <a:ext cx="1747318" cy="31118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>
              <a:solidFill>
                <a:schemeClr val="tx1"/>
              </a:solidFill>
            </a:endParaRPr>
          </a:p>
        </p:txBody>
      </p:sp>
      <p:pic>
        <p:nvPicPr>
          <p:cNvPr id="7" name="그래픽 6" descr="돋보기 단색으로 채워진">
            <a:extLst>
              <a:ext uri="{FF2B5EF4-FFF2-40B4-BE49-F238E27FC236}">
                <a16:creationId xmlns:a16="http://schemas.microsoft.com/office/drawing/2014/main" id="{091F5908-9D65-FBB8-91FD-017966551E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28099" y="677323"/>
            <a:ext cx="372701" cy="372701"/>
          </a:xfrm>
          <a:prstGeom prst="rect">
            <a:avLst/>
          </a:prstGeom>
        </p:spPr>
      </p:pic>
      <p:pic>
        <p:nvPicPr>
          <p:cNvPr id="8" name="그래픽 7" descr="사용자 단색으로 채워진">
            <a:extLst>
              <a:ext uri="{FF2B5EF4-FFF2-40B4-BE49-F238E27FC236}">
                <a16:creationId xmlns:a16="http://schemas.microsoft.com/office/drawing/2014/main" id="{F5C59DF9-5E16-627B-3F43-F0DDBB5B8D8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24670" y="682086"/>
            <a:ext cx="337182" cy="337182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A12BC8A1-A88E-5D39-3E62-6AD36CA1440F}"/>
              </a:ext>
            </a:extLst>
          </p:cNvPr>
          <p:cNvSpPr/>
          <p:nvPr/>
        </p:nvSpPr>
        <p:spPr>
          <a:xfrm>
            <a:off x="4065176" y="1352953"/>
            <a:ext cx="3765902" cy="482296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DA56894-CD45-C5D7-DA46-7D24A12C711E}"/>
              </a:ext>
            </a:extLst>
          </p:cNvPr>
          <p:cNvSpPr/>
          <p:nvPr/>
        </p:nvSpPr>
        <p:spPr>
          <a:xfrm>
            <a:off x="4266554" y="1583703"/>
            <a:ext cx="3363146" cy="103987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7C05ADF-3436-C9C8-8DF8-5990804CBD13}"/>
              </a:ext>
            </a:extLst>
          </p:cNvPr>
          <p:cNvSpPr/>
          <p:nvPr/>
        </p:nvSpPr>
        <p:spPr>
          <a:xfrm>
            <a:off x="4266554" y="3214539"/>
            <a:ext cx="3363146" cy="27337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어쩌구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r>
              <a:rPr lang="ko-KR" altLang="en-US" dirty="0" err="1">
                <a:solidFill>
                  <a:schemeClr val="tx1"/>
                </a:solidFill>
              </a:rPr>
              <a:t>저쩌구</a:t>
            </a:r>
            <a:endParaRPr lang="ko-KR" altLang="en-US" dirty="0">
              <a:solidFill>
                <a:schemeClr val="tx1"/>
              </a:solidFill>
            </a:endParaRPr>
          </a:p>
        </p:txBody>
      </p:sp>
      <p:pic>
        <p:nvPicPr>
          <p:cNvPr id="12" name="Picture 4" descr="신팔도명물] 대전 와서 이 맛 안보면 손해…빵하면 성심당 &lt; 신 ...">
            <a:extLst>
              <a:ext uri="{FF2B5EF4-FFF2-40B4-BE49-F238E27FC236}">
                <a16:creationId xmlns:a16="http://schemas.microsoft.com/office/drawing/2014/main" id="{21B0DFEC-F258-1C29-CBDC-EBE28DE829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5565" y="1686518"/>
            <a:ext cx="817365" cy="81736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4" descr="신팔도명물] 대전 와서 이 맛 안보면 손해…빵하면 성심당 &lt; 신 ...">
            <a:extLst>
              <a:ext uri="{FF2B5EF4-FFF2-40B4-BE49-F238E27FC236}">
                <a16:creationId xmlns:a16="http://schemas.microsoft.com/office/drawing/2014/main" id="{776A346D-99A3-CD21-2B20-71EC28D130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8768" y="1694958"/>
            <a:ext cx="817365" cy="81736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4" descr="신팔도명물] 대전 와서 이 맛 안보면 손해…빵하면 성심당 &lt; 신 ...">
            <a:extLst>
              <a:ext uri="{FF2B5EF4-FFF2-40B4-BE49-F238E27FC236}">
                <a16:creationId xmlns:a16="http://schemas.microsoft.com/office/drawing/2014/main" id="{34822AEE-D85D-2741-1B31-266818D5A8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0827" y="1694958"/>
            <a:ext cx="817365" cy="81736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6A227ABA-DA6F-E972-002D-4543158B482C}"/>
              </a:ext>
            </a:extLst>
          </p:cNvPr>
          <p:cNvSpPr/>
          <p:nvPr/>
        </p:nvSpPr>
        <p:spPr>
          <a:xfrm>
            <a:off x="7039072" y="1686518"/>
            <a:ext cx="540000" cy="21428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</a:rPr>
              <a:t>삽입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6" name="말풍선: 사각형 15">
            <a:extLst>
              <a:ext uri="{FF2B5EF4-FFF2-40B4-BE49-F238E27FC236}">
                <a16:creationId xmlns:a16="http://schemas.microsoft.com/office/drawing/2014/main" id="{A2C555D3-68EB-F15B-0798-AD7F6E88986E}"/>
              </a:ext>
            </a:extLst>
          </p:cNvPr>
          <p:cNvSpPr/>
          <p:nvPr/>
        </p:nvSpPr>
        <p:spPr>
          <a:xfrm>
            <a:off x="9062378" y="4543955"/>
            <a:ext cx="2389461" cy="831549"/>
          </a:xfrm>
          <a:prstGeom prst="wedgeRectCallout">
            <a:avLst>
              <a:gd name="adj1" fmla="val -115122"/>
              <a:gd name="adj2" fmla="val -25924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그냥 텍스트 작성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(</a:t>
            </a:r>
            <a:r>
              <a:rPr lang="ko-KR" altLang="en-US" dirty="0">
                <a:solidFill>
                  <a:schemeClr val="tx1"/>
                </a:solidFill>
              </a:rPr>
              <a:t>대략 </a:t>
            </a:r>
            <a:r>
              <a:rPr lang="en-US" altLang="ko-KR" dirty="0">
                <a:solidFill>
                  <a:schemeClr val="tx1"/>
                </a:solidFill>
              </a:rPr>
              <a:t>1000</a:t>
            </a:r>
            <a:r>
              <a:rPr lang="ko-KR" altLang="en-US" dirty="0">
                <a:solidFill>
                  <a:schemeClr val="tx1"/>
                </a:solidFill>
              </a:rPr>
              <a:t>자 제한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7" name="말풍선: 사각형 16">
            <a:extLst>
              <a:ext uri="{FF2B5EF4-FFF2-40B4-BE49-F238E27FC236}">
                <a16:creationId xmlns:a16="http://schemas.microsoft.com/office/drawing/2014/main" id="{4D65D912-AAD8-8B61-6BA9-6F5D5E831392}"/>
              </a:ext>
            </a:extLst>
          </p:cNvPr>
          <p:cNvSpPr/>
          <p:nvPr/>
        </p:nvSpPr>
        <p:spPr>
          <a:xfrm>
            <a:off x="8909264" y="1672334"/>
            <a:ext cx="2389461" cy="831549"/>
          </a:xfrm>
          <a:prstGeom prst="wedgeRectCallout">
            <a:avLst>
              <a:gd name="adj1" fmla="val -109599"/>
              <a:gd name="adj2" fmla="val 33026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PC</a:t>
            </a:r>
            <a:r>
              <a:rPr lang="ko-KR" altLang="en-US" dirty="0">
                <a:solidFill>
                  <a:schemeClr val="tx1"/>
                </a:solidFill>
              </a:rPr>
              <a:t>는 드래그 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가능하게</a:t>
            </a:r>
          </a:p>
        </p:txBody>
      </p:sp>
      <p:sp>
        <p:nvSpPr>
          <p:cNvPr id="18" name="말풍선: 사각형 17">
            <a:extLst>
              <a:ext uri="{FF2B5EF4-FFF2-40B4-BE49-F238E27FC236}">
                <a16:creationId xmlns:a16="http://schemas.microsoft.com/office/drawing/2014/main" id="{DBF9A63F-E352-858B-FEFB-163C9D9E6507}"/>
              </a:ext>
            </a:extLst>
          </p:cNvPr>
          <p:cNvSpPr/>
          <p:nvPr/>
        </p:nvSpPr>
        <p:spPr>
          <a:xfrm>
            <a:off x="349165" y="1978172"/>
            <a:ext cx="3007469" cy="2282377"/>
          </a:xfrm>
          <a:prstGeom prst="wedgeRectCallout">
            <a:avLst>
              <a:gd name="adj1" fmla="val 77432"/>
              <a:gd name="adj2" fmla="val -38954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대표 이미지 여기서 </a:t>
            </a:r>
            <a:r>
              <a:rPr lang="en-US" altLang="ko-KR" dirty="0">
                <a:solidFill>
                  <a:schemeClr val="tx1"/>
                </a:solidFill>
              </a:rPr>
              <a:t>1</a:t>
            </a:r>
            <a:r>
              <a:rPr lang="ko-KR" altLang="en-US" dirty="0">
                <a:solidFill>
                  <a:schemeClr val="tx1"/>
                </a:solidFill>
              </a:rPr>
              <a:t>개 선택 가능 </a:t>
            </a:r>
            <a:r>
              <a:rPr lang="en-US" altLang="ko-KR" dirty="0">
                <a:solidFill>
                  <a:schemeClr val="tx1"/>
                </a:solidFill>
              </a:rPr>
              <a:t>(</a:t>
            </a:r>
            <a:r>
              <a:rPr lang="ko-KR" altLang="en-US" dirty="0">
                <a:solidFill>
                  <a:schemeClr val="tx1"/>
                </a:solidFill>
              </a:rPr>
              <a:t>클릭해서 변경되게</a:t>
            </a:r>
            <a:r>
              <a:rPr lang="en-US" altLang="ko-KR" dirty="0">
                <a:solidFill>
                  <a:schemeClr val="tx1"/>
                </a:solidFill>
              </a:rPr>
              <a:t>) </a:t>
            </a:r>
            <a:r>
              <a:rPr lang="ko-KR" altLang="en-US" dirty="0">
                <a:solidFill>
                  <a:schemeClr val="tx1"/>
                </a:solidFill>
              </a:rPr>
              <a:t>오른쪽 위에 대표라 뜨게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리뷰 작성은 전 페이지에서 위에 팝업식으로 뜨게</a:t>
            </a:r>
          </a:p>
        </p:txBody>
      </p:sp>
      <p:sp>
        <p:nvSpPr>
          <p:cNvPr id="20" name="말풍선: 사각형 19">
            <a:extLst>
              <a:ext uri="{FF2B5EF4-FFF2-40B4-BE49-F238E27FC236}">
                <a16:creationId xmlns:a16="http://schemas.microsoft.com/office/drawing/2014/main" id="{57C4D42A-2FE6-558D-2573-C514CFF0D03F}"/>
              </a:ext>
            </a:extLst>
          </p:cNvPr>
          <p:cNvSpPr/>
          <p:nvPr/>
        </p:nvSpPr>
        <p:spPr>
          <a:xfrm>
            <a:off x="9337326" y="3429000"/>
            <a:ext cx="2389461" cy="831549"/>
          </a:xfrm>
          <a:prstGeom prst="wedgeRectCallout">
            <a:avLst>
              <a:gd name="adj1" fmla="val -136820"/>
              <a:gd name="adj2" fmla="val -149491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사진도 너무 많으면 안대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D5E89BB3-D14E-6DA5-5F23-377F5AF1F011}"/>
              </a:ext>
            </a:extLst>
          </p:cNvPr>
          <p:cNvSpPr/>
          <p:nvPr/>
        </p:nvSpPr>
        <p:spPr>
          <a:xfrm>
            <a:off x="4290720" y="1624398"/>
            <a:ext cx="927420" cy="927420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5196D08D-416B-5CEB-AEEF-ADAF73B1CE29}"/>
              </a:ext>
            </a:extLst>
          </p:cNvPr>
          <p:cNvSpPr/>
          <p:nvPr/>
        </p:nvSpPr>
        <p:spPr>
          <a:xfrm>
            <a:off x="4335565" y="2809303"/>
            <a:ext cx="954775" cy="23236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ts val="1950"/>
              </a:lnSpc>
              <a:spcBef>
                <a:spcPts val="1350"/>
              </a:spcBef>
              <a:spcAft>
                <a:spcPts val="225"/>
              </a:spcAft>
            </a:pPr>
            <a:r>
              <a:rPr lang="ko-KR" altLang="en-US" sz="1200" b="0" i="0" u="none" strike="noStrike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☆☆☆☆☆</a:t>
            </a:r>
            <a:endParaRPr lang="ko-KR" altLang="en-US" sz="1200" b="0" i="0" u="none" strike="noStrike" dirty="0">
              <a:solidFill>
                <a:schemeClr val="tx1"/>
              </a:solidFill>
              <a:effectLst/>
              <a:latin typeface="Arial" panose="020B0604020202020204" pitchFamily="34" charset="0"/>
              <a:hlinkClick r:id="rId7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</p:spTree>
    <p:extLst>
      <p:ext uri="{BB962C8B-B14F-4D97-AF65-F5344CB8AC3E}">
        <p14:creationId xmlns:p14="http://schemas.microsoft.com/office/powerpoint/2010/main" val="11477413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258156-BC3A-48EA-45E5-DA6377B21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807D30-C459-F0C8-7668-BDBE42EEFE63}"/>
              </a:ext>
            </a:extLst>
          </p:cNvPr>
          <p:cNvSpPr txBox="1"/>
          <p:nvPr/>
        </p:nvSpPr>
        <p:spPr>
          <a:xfrm>
            <a:off x="597529" y="262550"/>
            <a:ext cx="3331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4. </a:t>
            </a:r>
            <a:r>
              <a:rPr lang="ko-KR" altLang="en-US" dirty="0"/>
              <a:t>검색 결과 페이지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F09476D-E8E7-A197-7F58-688EBF29E6FE}"/>
              </a:ext>
            </a:extLst>
          </p:cNvPr>
          <p:cNvSpPr/>
          <p:nvPr/>
        </p:nvSpPr>
        <p:spPr>
          <a:xfrm>
            <a:off x="3558012" y="631882"/>
            <a:ext cx="4780230" cy="612200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4E9FE57-CC5D-7903-81DE-2BFDE56A5092}"/>
              </a:ext>
            </a:extLst>
          </p:cNvPr>
          <p:cNvSpPr/>
          <p:nvPr/>
        </p:nvSpPr>
        <p:spPr>
          <a:xfrm>
            <a:off x="3558012" y="631881"/>
            <a:ext cx="4780230" cy="46358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FB37292-A27C-0CFB-F5EF-DACDC84048F6}"/>
              </a:ext>
            </a:extLst>
          </p:cNvPr>
          <p:cNvSpPr/>
          <p:nvPr/>
        </p:nvSpPr>
        <p:spPr>
          <a:xfrm>
            <a:off x="3648546" y="708081"/>
            <a:ext cx="1504384" cy="31118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chemeClr val="tx1"/>
                </a:solidFill>
              </a:rPr>
              <a:t>성심위키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069FEEF-6EEB-B9E8-AACC-83D3503B09D6}"/>
              </a:ext>
            </a:extLst>
          </p:cNvPr>
          <p:cNvSpPr/>
          <p:nvPr/>
        </p:nvSpPr>
        <p:spPr>
          <a:xfrm>
            <a:off x="6464174" y="708081"/>
            <a:ext cx="1747318" cy="31118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>
              <a:solidFill>
                <a:schemeClr val="tx1"/>
              </a:solidFill>
            </a:endParaRPr>
          </a:p>
        </p:txBody>
      </p:sp>
      <p:pic>
        <p:nvPicPr>
          <p:cNvPr id="7" name="그래픽 6" descr="돋보기 단색으로 채워진">
            <a:extLst>
              <a:ext uri="{FF2B5EF4-FFF2-40B4-BE49-F238E27FC236}">
                <a16:creationId xmlns:a16="http://schemas.microsoft.com/office/drawing/2014/main" id="{CB104C1F-2628-73D6-02C9-CED3FAFCC6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28099" y="677323"/>
            <a:ext cx="372701" cy="372701"/>
          </a:xfrm>
          <a:prstGeom prst="rect">
            <a:avLst/>
          </a:prstGeom>
        </p:spPr>
      </p:pic>
      <p:pic>
        <p:nvPicPr>
          <p:cNvPr id="8" name="그래픽 7" descr="사용자 단색으로 채워진">
            <a:extLst>
              <a:ext uri="{FF2B5EF4-FFF2-40B4-BE49-F238E27FC236}">
                <a16:creationId xmlns:a16="http://schemas.microsoft.com/office/drawing/2014/main" id="{FFA16C07-985B-4FC3-9992-3F826B064F3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24670" y="682086"/>
            <a:ext cx="337182" cy="337182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3CE12686-693B-32A5-DE0D-19F429D49CF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29204" y="1848569"/>
            <a:ext cx="3809126" cy="3541631"/>
          </a:xfrm>
          <a:prstGeom prst="rect">
            <a:avLst/>
          </a:prstGeom>
        </p:spPr>
      </p:pic>
      <p:pic>
        <p:nvPicPr>
          <p:cNvPr id="13" name="Picture 4" descr="신팔도명물] 대전 와서 이 맛 안보면 손해…빵하면 성심당 &lt; 신 ...">
            <a:extLst>
              <a:ext uri="{FF2B5EF4-FFF2-40B4-BE49-F238E27FC236}">
                <a16:creationId xmlns:a16="http://schemas.microsoft.com/office/drawing/2014/main" id="{E41062B5-6ECD-8E67-145E-9C49DDCF89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2907" y="2743262"/>
            <a:ext cx="595662" cy="595662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4" descr="신팔도명물] 대전 와서 이 맛 안보면 손해…빵하면 성심당 &lt; 신 ...">
            <a:extLst>
              <a:ext uri="{FF2B5EF4-FFF2-40B4-BE49-F238E27FC236}">
                <a16:creationId xmlns:a16="http://schemas.microsoft.com/office/drawing/2014/main" id="{4557AB3F-B7E3-DF40-5906-F05CA1AB88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2907" y="3722935"/>
            <a:ext cx="595662" cy="595662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4" descr="신팔도명물] 대전 와서 이 맛 안보면 손해…빵하면 성심당 &lt; 신 ...">
            <a:extLst>
              <a:ext uri="{FF2B5EF4-FFF2-40B4-BE49-F238E27FC236}">
                <a16:creationId xmlns:a16="http://schemas.microsoft.com/office/drawing/2014/main" id="{DE3A5FAA-E23E-E3E6-6259-81C6B446FF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2907" y="4688418"/>
            <a:ext cx="595662" cy="595662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말풍선: 사각형 16">
            <a:extLst>
              <a:ext uri="{FF2B5EF4-FFF2-40B4-BE49-F238E27FC236}">
                <a16:creationId xmlns:a16="http://schemas.microsoft.com/office/drawing/2014/main" id="{CA57C97F-2C2D-CE4D-BD23-46906350FF3C}"/>
              </a:ext>
            </a:extLst>
          </p:cNvPr>
          <p:cNvSpPr/>
          <p:nvPr/>
        </p:nvSpPr>
        <p:spPr>
          <a:xfrm>
            <a:off x="8678971" y="262550"/>
            <a:ext cx="3331675" cy="6194811"/>
          </a:xfrm>
          <a:prstGeom prst="wedgeRectCallout">
            <a:avLst>
              <a:gd name="adj1" fmla="val -75242"/>
              <a:gd name="adj2" fmla="val 27249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찾는 문서 없으면 </a:t>
            </a:r>
            <a:r>
              <a:rPr lang="en-US" altLang="ko-KR" dirty="0">
                <a:solidFill>
                  <a:schemeClr val="tx1"/>
                </a:solidFill>
              </a:rPr>
              <a:t>404 </a:t>
            </a:r>
            <a:r>
              <a:rPr lang="ko-KR" altLang="en-US" dirty="0">
                <a:solidFill>
                  <a:schemeClr val="tx1"/>
                </a:solidFill>
              </a:rPr>
              <a:t>띄우고 귀여운 캐릭터 넣기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아니면 리뷰 좋아요 개수 필터로 필요할 것 같음 </a:t>
            </a:r>
            <a:r>
              <a:rPr lang="en-US" altLang="ko-KR" dirty="0">
                <a:solidFill>
                  <a:schemeClr val="tx1"/>
                </a:solidFill>
              </a:rPr>
              <a:t>(50</a:t>
            </a:r>
            <a:r>
              <a:rPr lang="ko-KR" altLang="en-US" dirty="0">
                <a:solidFill>
                  <a:schemeClr val="tx1"/>
                </a:solidFill>
              </a:rPr>
              <a:t>개 이상만 보이기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6848283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EF6BE0-E316-C9FE-989A-B4E31579C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B8E740E-B6B3-B408-9374-05A19C6FCB1A}"/>
              </a:ext>
            </a:extLst>
          </p:cNvPr>
          <p:cNvSpPr txBox="1"/>
          <p:nvPr/>
        </p:nvSpPr>
        <p:spPr>
          <a:xfrm>
            <a:off x="597529" y="262550"/>
            <a:ext cx="3331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5.</a:t>
            </a:r>
            <a:r>
              <a:rPr lang="ko-KR" altLang="en-US" dirty="0"/>
              <a:t> 마이 페이지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4A5D4B1-0A85-2AE6-3B9F-6982804F5718}"/>
              </a:ext>
            </a:extLst>
          </p:cNvPr>
          <p:cNvSpPr/>
          <p:nvPr/>
        </p:nvSpPr>
        <p:spPr>
          <a:xfrm>
            <a:off x="3558012" y="631882"/>
            <a:ext cx="4780230" cy="612200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45CAF42-B2EA-AE7C-C7A1-E6180A56F0A7}"/>
              </a:ext>
            </a:extLst>
          </p:cNvPr>
          <p:cNvSpPr/>
          <p:nvPr/>
        </p:nvSpPr>
        <p:spPr>
          <a:xfrm>
            <a:off x="3558012" y="631881"/>
            <a:ext cx="4780230" cy="46358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1712167-9FBC-6216-877E-D47E9D47DA1F}"/>
              </a:ext>
            </a:extLst>
          </p:cNvPr>
          <p:cNvSpPr/>
          <p:nvPr/>
        </p:nvSpPr>
        <p:spPr>
          <a:xfrm>
            <a:off x="3648546" y="708081"/>
            <a:ext cx="1504384" cy="31118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chemeClr val="tx1"/>
                </a:solidFill>
              </a:rPr>
              <a:t>성심위키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815573D-4189-F1B3-62D2-C71B880DA267}"/>
              </a:ext>
            </a:extLst>
          </p:cNvPr>
          <p:cNvSpPr/>
          <p:nvPr/>
        </p:nvSpPr>
        <p:spPr>
          <a:xfrm>
            <a:off x="6464174" y="708081"/>
            <a:ext cx="1747318" cy="31118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>
              <a:solidFill>
                <a:schemeClr val="tx1"/>
              </a:solidFill>
            </a:endParaRPr>
          </a:p>
        </p:txBody>
      </p:sp>
      <p:pic>
        <p:nvPicPr>
          <p:cNvPr id="7" name="그래픽 6" descr="돋보기 단색으로 채워진">
            <a:extLst>
              <a:ext uri="{FF2B5EF4-FFF2-40B4-BE49-F238E27FC236}">
                <a16:creationId xmlns:a16="http://schemas.microsoft.com/office/drawing/2014/main" id="{BB244A23-EEA7-9D4B-A154-C2C31146FD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28099" y="677323"/>
            <a:ext cx="372701" cy="372701"/>
          </a:xfrm>
          <a:prstGeom prst="rect">
            <a:avLst/>
          </a:prstGeom>
        </p:spPr>
      </p:pic>
      <p:pic>
        <p:nvPicPr>
          <p:cNvPr id="8" name="그래픽 7" descr="사용자 단색으로 채워진">
            <a:extLst>
              <a:ext uri="{FF2B5EF4-FFF2-40B4-BE49-F238E27FC236}">
                <a16:creationId xmlns:a16="http://schemas.microsoft.com/office/drawing/2014/main" id="{B0D9A077-B863-8DDF-82CC-5550925BC4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24670" y="682086"/>
            <a:ext cx="337182" cy="337182"/>
          </a:xfrm>
          <a:prstGeom prst="rect">
            <a:avLst/>
          </a:prstGeom>
        </p:spPr>
      </p:pic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1E498AF0-A0F1-2666-5FBD-D83B724DDE57}"/>
              </a:ext>
            </a:extLst>
          </p:cNvPr>
          <p:cNvCxnSpPr/>
          <p:nvPr/>
        </p:nvCxnSpPr>
        <p:spPr>
          <a:xfrm>
            <a:off x="3834936" y="1809947"/>
            <a:ext cx="419670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4A926E2-FCB3-F855-A6A0-F7118C3CC14F}"/>
              </a:ext>
            </a:extLst>
          </p:cNvPr>
          <p:cNvSpPr txBox="1"/>
          <p:nvPr/>
        </p:nvSpPr>
        <p:spPr>
          <a:xfrm>
            <a:off x="3816405" y="1440615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내가 쓴 리뷰</a:t>
            </a: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4EF57FF1-622E-9576-8F80-31F43260655B}"/>
              </a:ext>
            </a:extLst>
          </p:cNvPr>
          <p:cNvCxnSpPr/>
          <p:nvPr/>
        </p:nvCxnSpPr>
        <p:spPr>
          <a:xfrm>
            <a:off x="3834936" y="3897848"/>
            <a:ext cx="419670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EB096C21-08F5-3520-1546-8CB4291C76A6}"/>
              </a:ext>
            </a:extLst>
          </p:cNvPr>
          <p:cNvSpPr txBox="1"/>
          <p:nvPr/>
        </p:nvSpPr>
        <p:spPr>
          <a:xfrm>
            <a:off x="3816405" y="3528516"/>
            <a:ext cx="9589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찜 목록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86EFCF2-FF24-C95F-8D59-51A1218BC264}"/>
              </a:ext>
            </a:extLst>
          </p:cNvPr>
          <p:cNvSpPr txBox="1"/>
          <p:nvPr/>
        </p:nvSpPr>
        <p:spPr>
          <a:xfrm>
            <a:off x="3816405" y="5616416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내 정보 변경</a:t>
            </a: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43E52841-07E3-4655-C644-80FAEDDC3B88}"/>
              </a:ext>
            </a:extLst>
          </p:cNvPr>
          <p:cNvCxnSpPr/>
          <p:nvPr/>
        </p:nvCxnSpPr>
        <p:spPr>
          <a:xfrm>
            <a:off x="3816405" y="6079057"/>
            <a:ext cx="419670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14184032-693F-05FC-6BDB-A25521ABE1F0}"/>
              </a:ext>
            </a:extLst>
          </p:cNvPr>
          <p:cNvGrpSpPr/>
          <p:nvPr/>
        </p:nvGrpSpPr>
        <p:grpSpPr>
          <a:xfrm>
            <a:off x="3866583" y="4087247"/>
            <a:ext cx="1068309" cy="1097183"/>
            <a:chOff x="4789283" y="2601011"/>
            <a:chExt cx="1068309" cy="1097183"/>
          </a:xfrm>
        </p:grpSpPr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0FD278A0-7803-242B-06DF-A05F0C51CBDD}"/>
                </a:ext>
              </a:extLst>
            </p:cNvPr>
            <p:cNvSpPr/>
            <p:nvPr/>
          </p:nvSpPr>
          <p:spPr>
            <a:xfrm>
              <a:off x="4789283" y="2601011"/>
              <a:ext cx="1068309" cy="109718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9" name="Picture 4" descr="신팔도명물] 대전 와서 이 맛 안보면 손해…빵하면 성심당 &lt; 신 ...">
              <a:extLst>
                <a:ext uri="{FF2B5EF4-FFF2-40B4-BE49-F238E27FC236}">
                  <a16:creationId xmlns:a16="http://schemas.microsoft.com/office/drawing/2014/main" id="{1FDD0C5F-8523-857B-BA08-B43DD42FBC6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07662" y="2612976"/>
              <a:ext cx="831549" cy="83154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C9276F71-E518-2B38-EC6E-31D25D30E676}"/>
                </a:ext>
              </a:extLst>
            </p:cNvPr>
            <p:cNvSpPr/>
            <p:nvPr/>
          </p:nvSpPr>
          <p:spPr>
            <a:xfrm>
              <a:off x="4956023" y="3467589"/>
              <a:ext cx="734825" cy="19848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b="1" dirty="0">
                  <a:solidFill>
                    <a:schemeClr val="tx1"/>
                  </a:solidFill>
                </a:rPr>
                <a:t>빵 이름</a:t>
              </a:r>
              <a:endParaRPr lang="en-US" altLang="ko-KR" sz="12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D3A843AD-74BC-FD87-84C0-99CE090A80AE}"/>
              </a:ext>
            </a:extLst>
          </p:cNvPr>
          <p:cNvGrpSpPr/>
          <p:nvPr/>
        </p:nvGrpSpPr>
        <p:grpSpPr>
          <a:xfrm>
            <a:off x="5146140" y="4055129"/>
            <a:ext cx="1068309" cy="1097183"/>
            <a:chOff x="4789283" y="2601011"/>
            <a:chExt cx="1068309" cy="1097183"/>
          </a:xfrm>
        </p:grpSpPr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1478C6C9-1E82-C341-BADC-AAEED55C5A22}"/>
                </a:ext>
              </a:extLst>
            </p:cNvPr>
            <p:cNvSpPr/>
            <p:nvPr/>
          </p:nvSpPr>
          <p:spPr>
            <a:xfrm>
              <a:off x="4789283" y="2601011"/>
              <a:ext cx="1068309" cy="109718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3" name="Picture 4" descr="신팔도명물] 대전 와서 이 맛 안보면 손해…빵하면 성심당 &lt; 신 ...">
              <a:extLst>
                <a:ext uri="{FF2B5EF4-FFF2-40B4-BE49-F238E27FC236}">
                  <a16:creationId xmlns:a16="http://schemas.microsoft.com/office/drawing/2014/main" id="{24236420-4423-B00C-B44D-3E20C629514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07662" y="2612976"/>
              <a:ext cx="831549" cy="83154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69CEB795-C406-6FFC-4B22-302A547BC679}"/>
                </a:ext>
              </a:extLst>
            </p:cNvPr>
            <p:cNvSpPr/>
            <p:nvPr/>
          </p:nvSpPr>
          <p:spPr>
            <a:xfrm>
              <a:off x="4956023" y="3467589"/>
              <a:ext cx="734825" cy="19848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b="1" dirty="0">
                  <a:solidFill>
                    <a:schemeClr val="tx1"/>
                  </a:solidFill>
                </a:rPr>
                <a:t>빵 이름</a:t>
              </a:r>
              <a:endParaRPr lang="en-US" altLang="ko-KR" sz="12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0726895A-3814-17BC-C345-7EE514C28D77}"/>
              </a:ext>
            </a:extLst>
          </p:cNvPr>
          <p:cNvSpPr/>
          <p:nvPr/>
        </p:nvSpPr>
        <p:spPr>
          <a:xfrm>
            <a:off x="3845602" y="1997029"/>
            <a:ext cx="4196701" cy="31107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87559CC5-3EAD-916F-FFA5-515059C5927F}"/>
              </a:ext>
            </a:extLst>
          </p:cNvPr>
          <p:cNvSpPr/>
          <p:nvPr/>
        </p:nvSpPr>
        <p:spPr>
          <a:xfrm>
            <a:off x="3929204" y="2038909"/>
            <a:ext cx="1071327" cy="23236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닉네임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E36133DA-36E1-1ED1-596C-809E6D0C06A5}"/>
              </a:ext>
            </a:extLst>
          </p:cNvPr>
          <p:cNvSpPr/>
          <p:nvPr/>
        </p:nvSpPr>
        <p:spPr>
          <a:xfrm>
            <a:off x="6520235" y="2028699"/>
            <a:ext cx="954775" cy="23236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ts val="1950"/>
              </a:lnSpc>
              <a:spcBef>
                <a:spcPts val="1350"/>
              </a:spcBef>
              <a:spcAft>
                <a:spcPts val="225"/>
              </a:spcAft>
            </a:pPr>
            <a:r>
              <a:rPr lang="ko-KR" altLang="en-US" sz="1200" b="0" i="0" u="none" strike="noStrike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☆☆☆☆☆</a:t>
            </a:r>
            <a:endParaRPr lang="ko-KR" altLang="en-US" sz="1200" b="0" i="0" u="none" strike="noStrike" dirty="0">
              <a:solidFill>
                <a:schemeClr val="tx1"/>
              </a:solidFill>
              <a:effectLst/>
              <a:latin typeface="Arial" panose="020B0604020202020204" pitchFamily="34" charset="0"/>
              <a:hlinkClick r:id="rId7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pic>
        <p:nvPicPr>
          <p:cNvPr id="28" name="그래픽 27" descr="엄지척 기호 윤곽선">
            <a:extLst>
              <a:ext uri="{FF2B5EF4-FFF2-40B4-BE49-F238E27FC236}">
                <a16:creationId xmlns:a16="http://schemas.microsoft.com/office/drawing/2014/main" id="{F4A212FB-3578-D935-A365-6222858238E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559806" y="2018713"/>
            <a:ext cx="252342" cy="252342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0E884810-7BD1-9465-FB9E-5B59EAC82903}"/>
              </a:ext>
            </a:extLst>
          </p:cNvPr>
          <p:cNvSpPr txBox="1"/>
          <p:nvPr/>
        </p:nvSpPr>
        <p:spPr>
          <a:xfrm>
            <a:off x="7729397" y="2037152"/>
            <a:ext cx="31290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/>
              <a:t>11</a:t>
            </a:r>
            <a:endParaRPr lang="ko-KR" altLang="en-US" sz="900" dirty="0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D810CEE4-FF01-EE4E-298C-62FD8EAA4289}"/>
              </a:ext>
            </a:extLst>
          </p:cNvPr>
          <p:cNvSpPr/>
          <p:nvPr/>
        </p:nvSpPr>
        <p:spPr>
          <a:xfrm>
            <a:off x="3845602" y="2308107"/>
            <a:ext cx="4196701" cy="95368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어쩌구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r>
              <a:rPr lang="ko-KR" altLang="en-US" dirty="0" err="1">
                <a:solidFill>
                  <a:schemeClr val="tx1"/>
                </a:solidFill>
              </a:rPr>
              <a:t>저쩌구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endParaRPr lang="en-US" altLang="ko-KR" sz="1100" dirty="0">
              <a:solidFill>
                <a:schemeClr val="tx1"/>
              </a:solidFill>
            </a:endParaRPr>
          </a:p>
          <a:p>
            <a:pPr algn="ctr"/>
            <a:endParaRPr lang="en-US" altLang="ko-KR" sz="1100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dirty="0" err="1">
                <a:solidFill>
                  <a:schemeClr val="tx1"/>
                </a:solidFill>
              </a:rPr>
              <a:t>더보기</a:t>
            </a:r>
            <a:endParaRPr lang="en-US" altLang="ko-KR" sz="1100" dirty="0">
              <a:solidFill>
                <a:schemeClr val="tx1"/>
              </a:solidFill>
            </a:endParaRPr>
          </a:p>
        </p:txBody>
      </p:sp>
      <p:pic>
        <p:nvPicPr>
          <p:cNvPr id="31" name="Picture 4" descr="신팔도명물] 대전 와서 이 맛 안보면 손해…빵하면 성심당 &lt; 신 ...">
            <a:extLst>
              <a:ext uri="{FF2B5EF4-FFF2-40B4-BE49-F238E27FC236}">
                <a16:creationId xmlns:a16="http://schemas.microsoft.com/office/drawing/2014/main" id="{F7EFAB5B-7142-6C6B-2BBD-517170F6C1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2769" y="2376055"/>
            <a:ext cx="746108" cy="746108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말풍선: 사각형 38">
            <a:extLst>
              <a:ext uri="{FF2B5EF4-FFF2-40B4-BE49-F238E27FC236}">
                <a16:creationId xmlns:a16="http://schemas.microsoft.com/office/drawing/2014/main" id="{4A79FD43-3589-E9F5-9347-30A3E7188FC2}"/>
              </a:ext>
            </a:extLst>
          </p:cNvPr>
          <p:cNvSpPr/>
          <p:nvPr/>
        </p:nvSpPr>
        <p:spPr>
          <a:xfrm>
            <a:off x="8799753" y="2152568"/>
            <a:ext cx="2389461" cy="2155481"/>
          </a:xfrm>
          <a:prstGeom prst="wedgeRectCallout">
            <a:avLst>
              <a:gd name="adj1" fmla="val -109599"/>
              <a:gd name="adj2" fmla="val 33026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2~3</a:t>
            </a:r>
            <a:r>
              <a:rPr lang="ko-KR" altLang="en-US" dirty="0">
                <a:solidFill>
                  <a:schemeClr val="tx1"/>
                </a:solidFill>
              </a:rPr>
              <a:t>개 보이다가 더 보려면 버튼 눌러야 밑에 쭉 추가되는 방식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84C6D0AA-B3CB-1DF9-81B6-EFA57CA47B46}"/>
              </a:ext>
            </a:extLst>
          </p:cNvPr>
          <p:cNvSpPr/>
          <p:nvPr/>
        </p:nvSpPr>
        <p:spPr>
          <a:xfrm>
            <a:off x="6924095" y="1433025"/>
            <a:ext cx="553771" cy="31118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</a:rPr>
              <a:t>인기</a:t>
            </a:r>
            <a:endParaRPr lang="en-US" altLang="ko-KR" sz="1200" b="1" dirty="0">
              <a:solidFill>
                <a:schemeClr val="tx1"/>
              </a:solidFill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79498BCE-FE18-391A-B01D-FDD9EF56C8D7}"/>
              </a:ext>
            </a:extLst>
          </p:cNvPr>
          <p:cNvSpPr/>
          <p:nvPr/>
        </p:nvSpPr>
        <p:spPr>
          <a:xfrm>
            <a:off x="7477866" y="1430639"/>
            <a:ext cx="553771" cy="31118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</a:rPr>
              <a:t>최신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2E7744C5-BD2C-0CB8-3293-B49DA726BB67}"/>
              </a:ext>
            </a:extLst>
          </p:cNvPr>
          <p:cNvSpPr/>
          <p:nvPr/>
        </p:nvSpPr>
        <p:spPr>
          <a:xfrm>
            <a:off x="5624231" y="3329115"/>
            <a:ext cx="839943" cy="31118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>
                <a:solidFill>
                  <a:schemeClr val="tx1"/>
                </a:solidFill>
              </a:rPr>
              <a:t>더보기</a:t>
            </a:r>
            <a:endParaRPr lang="en-US" altLang="ko-KR" sz="1200" b="1" dirty="0">
              <a:solidFill>
                <a:schemeClr val="tx1"/>
              </a:solidFill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19BBE936-CFFF-BEF4-69F3-73A14A77220B}"/>
              </a:ext>
            </a:extLst>
          </p:cNvPr>
          <p:cNvSpPr/>
          <p:nvPr/>
        </p:nvSpPr>
        <p:spPr>
          <a:xfrm>
            <a:off x="5577841" y="5290124"/>
            <a:ext cx="839943" cy="31118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>
                <a:solidFill>
                  <a:schemeClr val="tx1"/>
                </a:solidFill>
              </a:rPr>
              <a:t>더보기</a:t>
            </a:r>
            <a:endParaRPr lang="en-US" altLang="ko-KR" sz="1200" b="1" dirty="0">
              <a:solidFill>
                <a:schemeClr val="tx1"/>
              </a:solidFill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0693F784-6243-CACD-5F99-B064AFF2D398}"/>
              </a:ext>
            </a:extLst>
          </p:cNvPr>
          <p:cNvSpPr/>
          <p:nvPr/>
        </p:nvSpPr>
        <p:spPr>
          <a:xfrm>
            <a:off x="4044895" y="6268504"/>
            <a:ext cx="1179775" cy="31118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>
                <a:solidFill>
                  <a:schemeClr val="tx1"/>
                </a:solidFill>
              </a:rPr>
              <a:t>닉네임 창</a:t>
            </a:r>
            <a:endParaRPr lang="en-US" altLang="ko-KR" sz="1200" b="1" dirty="0">
              <a:solidFill>
                <a:schemeClr val="tx1"/>
              </a:solidFill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9B4FE462-0603-5E0C-99DF-88595F34FA19}"/>
              </a:ext>
            </a:extLst>
          </p:cNvPr>
          <p:cNvSpPr/>
          <p:nvPr/>
        </p:nvSpPr>
        <p:spPr>
          <a:xfrm>
            <a:off x="5410064" y="6269755"/>
            <a:ext cx="685936" cy="30993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>
                <a:solidFill>
                  <a:schemeClr val="tx1"/>
                </a:solidFill>
              </a:rPr>
              <a:t>변경</a:t>
            </a:r>
            <a:endParaRPr lang="en-US" altLang="ko-KR" sz="12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05049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0CA1B4-BD1E-7489-8F70-E294CD57E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BE9F9A2-CE2D-272C-3572-4DBB9934C3A4}"/>
              </a:ext>
            </a:extLst>
          </p:cNvPr>
          <p:cNvSpPr txBox="1"/>
          <p:nvPr/>
        </p:nvSpPr>
        <p:spPr>
          <a:xfrm>
            <a:off x="597529" y="262550"/>
            <a:ext cx="46909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6.</a:t>
            </a:r>
            <a:r>
              <a:rPr lang="ko-KR" altLang="en-US" dirty="0"/>
              <a:t> 관리자 페이지</a:t>
            </a:r>
            <a:r>
              <a:rPr lang="en-US" altLang="ko-KR" dirty="0"/>
              <a:t>(</a:t>
            </a:r>
            <a:r>
              <a:rPr lang="ko-KR" altLang="en-US" dirty="0"/>
              <a:t>미정</a:t>
            </a:r>
            <a:r>
              <a:rPr lang="en-US" altLang="ko-KR" dirty="0"/>
              <a:t>) + </a:t>
            </a:r>
            <a:r>
              <a:rPr lang="ko-KR" altLang="en-US" dirty="0"/>
              <a:t>논의할만한 내용</a:t>
            </a:r>
          </a:p>
        </p:txBody>
      </p:sp>
      <p:sp>
        <p:nvSpPr>
          <p:cNvPr id="10" name="말풍선: 사각형 9">
            <a:extLst>
              <a:ext uri="{FF2B5EF4-FFF2-40B4-BE49-F238E27FC236}">
                <a16:creationId xmlns:a16="http://schemas.microsoft.com/office/drawing/2014/main" id="{115043EE-CC28-8011-0C86-35340AFEB669}"/>
              </a:ext>
            </a:extLst>
          </p:cNvPr>
          <p:cNvSpPr/>
          <p:nvPr/>
        </p:nvSpPr>
        <p:spPr>
          <a:xfrm>
            <a:off x="1201749" y="974218"/>
            <a:ext cx="10035002" cy="5549130"/>
          </a:xfrm>
          <a:prstGeom prst="wedgeRectCallout">
            <a:avLst>
              <a:gd name="adj1" fmla="val -109599"/>
              <a:gd name="adj2" fmla="val 33026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리뷰 수정은 어느정도 가능하게 만들어야 하는가</a:t>
            </a:r>
            <a:r>
              <a:rPr lang="en-US" altLang="ko-KR" dirty="0">
                <a:solidFill>
                  <a:schemeClr val="tx1"/>
                </a:solidFill>
              </a:rPr>
              <a:t>? </a:t>
            </a:r>
            <a:r>
              <a:rPr lang="ko-KR" altLang="en-US" dirty="0">
                <a:solidFill>
                  <a:schemeClr val="tx1"/>
                </a:solidFill>
              </a:rPr>
              <a:t>열심히 쓰고 나중에 이상한 내용으로 바꾸면</a:t>
            </a:r>
            <a:r>
              <a:rPr lang="en-US" altLang="ko-KR" dirty="0">
                <a:solidFill>
                  <a:schemeClr val="tx1"/>
                </a:solidFill>
              </a:rPr>
              <a:t>?</a:t>
            </a: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문서 작성은 어떻게 만들어야 할까</a:t>
            </a:r>
            <a:r>
              <a:rPr lang="en-US" altLang="ko-KR" dirty="0">
                <a:solidFill>
                  <a:schemeClr val="tx1"/>
                </a:solidFill>
              </a:rPr>
              <a:t>? </a:t>
            </a:r>
            <a:r>
              <a:rPr lang="ko-KR" altLang="en-US" dirty="0">
                <a:solidFill>
                  <a:schemeClr val="tx1"/>
                </a:solidFill>
              </a:rPr>
              <a:t>몰라 </a:t>
            </a:r>
            <a:r>
              <a:rPr lang="ko-KR" altLang="en-US" dirty="0" err="1">
                <a:solidFill>
                  <a:schemeClr val="tx1"/>
                </a:solidFill>
              </a:rPr>
              <a:t>몰라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장바구니 기능 나중에 만들까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자유 게시판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추가 구현 내용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설정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>
                <a:solidFill>
                  <a:schemeClr val="tx1"/>
                </a:solidFill>
              </a:rPr>
              <a:t>관리자 페이지</a:t>
            </a:r>
          </a:p>
        </p:txBody>
      </p:sp>
    </p:spTree>
    <p:extLst>
      <p:ext uri="{BB962C8B-B14F-4D97-AF65-F5344CB8AC3E}">
        <p14:creationId xmlns:p14="http://schemas.microsoft.com/office/powerpoint/2010/main" val="36428903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249</TotalTime>
  <Words>317</Words>
  <Application>Microsoft Office PowerPoint</Application>
  <PresentationFormat>와이드스크린</PresentationFormat>
  <Paragraphs>121</Paragraphs>
  <Slides>6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9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Jeong SeokHa</dc:creator>
  <cp:lastModifiedBy>Jeong SeokHa</cp:lastModifiedBy>
  <cp:revision>4</cp:revision>
  <dcterms:created xsi:type="dcterms:W3CDTF">2025-01-02T05:27:49Z</dcterms:created>
  <dcterms:modified xsi:type="dcterms:W3CDTF">2025-01-05T06:21:58Z</dcterms:modified>
</cp:coreProperties>
</file>